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6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7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8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9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2" r:id="rId1"/>
  </p:sldMasterIdLst>
  <p:notesMasterIdLst>
    <p:notesMasterId r:id="rId23"/>
  </p:notesMasterIdLst>
  <p:sldIdLst>
    <p:sldId id="286" r:id="rId2"/>
    <p:sldId id="284" r:id="rId3"/>
    <p:sldId id="257" r:id="rId4"/>
    <p:sldId id="258" r:id="rId5"/>
    <p:sldId id="259" r:id="rId6"/>
    <p:sldId id="288" r:id="rId7"/>
    <p:sldId id="289" r:id="rId8"/>
    <p:sldId id="291" r:id="rId9"/>
    <p:sldId id="290" r:id="rId10"/>
    <p:sldId id="292" r:id="rId11"/>
    <p:sldId id="293" r:id="rId12"/>
    <p:sldId id="294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287" r:id="rId22"/>
  </p:sldIdLst>
  <p:sldSz cx="10693400" cy="7556500"/>
  <p:notesSz cx="10693400" cy="7556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387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ADC42E-D92D-4CE3-B515-AB4674633F0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3530723-DC20-49DC-BDF1-C327B49DB98B}">
      <dgm:prSet phldrT="[Text]" phldr="0"/>
      <dgm:spPr/>
      <dgm:t>
        <a:bodyPr/>
        <a:lstStyle/>
        <a:p>
          <a:r>
            <a:rPr lang="en-IN" dirty="0"/>
            <a:t>Agenda</a:t>
          </a:r>
        </a:p>
      </dgm:t>
    </dgm:pt>
    <dgm:pt modelId="{0EA4A2A1-619F-4294-9CC4-83E8E77830BF}" type="parTrans" cxnId="{0A1E4A40-68AC-4739-A954-81089F741E9D}">
      <dgm:prSet/>
      <dgm:spPr/>
      <dgm:t>
        <a:bodyPr/>
        <a:lstStyle/>
        <a:p>
          <a:endParaRPr lang="en-IN"/>
        </a:p>
      </dgm:t>
    </dgm:pt>
    <dgm:pt modelId="{3FA4A193-E0A3-407D-8D9A-10FCCD2B83EF}" type="sibTrans" cxnId="{0A1E4A40-68AC-4739-A954-81089F741E9D}">
      <dgm:prSet/>
      <dgm:spPr/>
      <dgm:t>
        <a:bodyPr/>
        <a:lstStyle/>
        <a:p>
          <a:endParaRPr lang="en-IN"/>
        </a:p>
      </dgm:t>
    </dgm:pt>
    <dgm:pt modelId="{F64EA2F3-7A8A-4B5C-A27E-904CC36C0052}">
      <dgm:prSet phldrT="[Text]" phldr="0"/>
      <dgm:spPr/>
      <dgm:t>
        <a:bodyPr/>
        <a:lstStyle/>
        <a:p>
          <a:r>
            <a:rPr lang="en-IN" dirty="0" err="1"/>
            <a:t>LangChain</a:t>
          </a:r>
          <a:r>
            <a:rPr lang="en-IN" dirty="0"/>
            <a:t> recap</a:t>
          </a:r>
        </a:p>
      </dgm:t>
    </dgm:pt>
    <dgm:pt modelId="{1EEE81C5-E419-48FD-AA09-D0F58960F02F}" type="parTrans" cxnId="{7BAEC7B0-0DFE-47DD-8832-7FF4FC94EEFA}">
      <dgm:prSet/>
      <dgm:spPr/>
      <dgm:t>
        <a:bodyPr/>
        <a:lstStyle/>
        <a:p>
          <a:endParaRPr lang="en-IN"/>
        </a:p>
      </dgm:t>
    </dgm:pt>
    <dgm:pt modelId="{5605F245-2853-46A7-ABDF-EBA52EDDFEA4}" type="sibTrans" cxnId="{7BAEC7B0-0DFE-47DD-8832-7FF4FC94EEFA}">
      <dgm:prSet/>
      <dgm:spPr/>
      <dgm:t>
        <a:bodyPr/>
        <a:lstStyle/>
        <a:p>
          <a:endParaRPr lang="en-IN"/>
        </a:p>
      </dgm:t>
    </dgm:pt>
    <dgm:pt modelId="{BD75C9A7-C25F-48E8-992D-213CA8DC7625}">
      <dgm:prSet phldrT="[Text]" phldr="0"/>
      <dgm:spPr/>
      <dgm:t>
        <a:bodyPr/>
        <a:lstStyle/>
        <a:p>
          <a:r>
            <a:rPr lang="en-US"/>
            <a:t>Agents work</a:t>
          </a:r>
          <a:endParaRPr lang="en-IN" dirty="0"/>
        </a:p>
      </dgm:t>
    </dgm:pt>
    <dgm:pt modelId="{8AED3AA4-018A-4ECE-B2FB-98FAD26B3CE3}" type="parTrans" cxnId="{1F28DD45-4BBF-4034-B8AB-6D690A9E0396}">
      <dgm:prSet/>
      <dgm:spPr/>
    </dgm:pt>
    <dgm:pt modelId="{41658185-154F-4BDD-838F-3F217884E946}" type="sibTrans" cxnId="{1F28DD45-4BBF-4034-B8AB-6D690A9E0396}">
      <dgm:prSet/>
      <dgm:spPr/>
    </dgm:pt>
    <dgm:pt modelId="{161F890A-0B18-477C-A3DB-834CD9D3AF54}">
      <dgm:prSet phldrT="[Text]" phldr="0"/>
      <dgm:spPr/>
      <dgm:t>
        <a:bodyPr/>
        <a:lstStyle/>
        <a:p>
          <a:r>
            <a:rPr lang="en-US" dirty="0"/>
            <a:t>Tools</a:t>
          </a:r>
          <a:endParaRPr lang="en-IN" dirty="0"/>
        </a:p>
      </dgm:t>
    </dgm:pt>
    <dgm:pt modelId="{4909C5DD-694E-4B43-A892-5E683AC84118}" type="parTrans" cxnId="{2E024398-ACA9-4558-99A3-FC72043CC402}">
      <dgm:prSet/>
      <dgm:spPr/>
    </dgm:pt>
    <dgm:pt modelId="{ADF2D211-3B82-4DB9-A747-DBD61CCDFC69}" type="sibTrans" cxnId="{2E024398-ACA9-4558-99A3-FC72043CC402}">
      <dgm:prSet/>
      <dgm:spPr/>
    </dgm:pt>
    <dgm:pt modelId="{5D8C00B7-232B-4B8D-ACC0-269C1329C992}">
      <dgm:prSet phldrT="[Text]" phldr="0"/>
      <dgm:spPr/>
      <dgm:t>
        <a:bodyPr/>
        <a:lstStyle/>
        <a:p>
          <a:r>
            <a:rPr lang="en-US" dirty="0" err="1"/>
            <a:t>ReAct</a:t>
          </a:r>
          <a:r>
            <a:rPr lang="en-US" dirty="0"/>
            <a:t> agents</a:t>
          </a:r>
          <a:endParaRPr lang="en-IN" dirty="0"/>
        </a:p>
      </dgm:t>
    </dgm:pt>
    <dgm:pt modelId="{CEFBEF1D-32FC-4747-A045-1E8F5A9BB2C5}" type="parTrans" cxnId="{1597DA9E-8A26-44D9-B52F-C8233DD204A4}">
      <dgm:prSet/>
      <dgm:spPr/>
    </dgm:pt>
    <dgm:pt modelId="{76C76D67-8E18-4A93-AB5C-A7C262EB4EC4}" type="sibTrans" cxnId="{1597DA9E-8A26-44D9-B52F-C8233DD204A4}">
      <dgm:prSet/>
      <dgm:spPr/>
    </dgm:pt>
    <dgm:pt modelId="{93B72A86-E6ED-4965-A4BA-EFB20A47958A}">
      <dgm:prSet phldrT="[Text]" phldr="0"/>
      <dgm:spPr/>
      <dgm:t>
        <a:bodyPr/>
        <a:lstStyle/>
        <a:p>
          <a:r>
            <a:rPr lang="en-US" dirty="0"/>
            <a:t>Memory storage</a:t>
          </a:r>
          <a:endParaRPr lang="en-IN" dirty="0"/>
        </a:p>
      </dgm:t>
    </dgm:pt>
    <dgm:pt modelId="{D798134F-3046-409D-AEB4-C6210D92BA50}" type="parTrans" cxnId="{8F78D911-A23D-4211-9B73-9943C54CDC63}">
      <dgm:prSet/>
      <dgm:spPr/>
    </dgm:pt>
    <dgm:pt modelId="{DB201BE3-6208-48F2-81FB-3A413529E054}" type="sibTrans" cxnId="{8F78D911-A23D-4211-9B73-9943C54CDC63}">
      <dgm:prSet/>
      <dgm:spPr/>
    </dgm:pt>
    <dgm:pt modelId="{40F5FAC3-566C-4D0C-8C6B-0C4055345761}">
      <dgm:prSet phldrT="[Text]" phldr="0"/>
      <dgm:spPr/>
      <dgm:t>
        <a:bodyPr/>
        <a:lstStyle/>
        <a:p>
          <a:r>
            <a:rPr lang="en-US" dirty="0"/>
            <a:t>Patterns</a:t>
          </a:r>
          <a:endParaRPr lang="en-IN" dirty="0"/>
        </a:p>
      </dgm:t>
    </dgm:pt>
    <dgm:pt modelId="{8F03A667-942E-44DE-A54B-CA307C27D8E9}" type="parTrans" cxnId="{3170235D-EDB2-4DB3-8804-C83BDD883A58}">
      <dgm:prSet/>
      <dgm:spPr/>
    </dgm:pt>
    <dgm:pt modelId="{082D8351-861E-48DF-BDEB-4E31EEAE341A}" type="sibTrans" cxnId="{3170235D-EDB2-4DB3-8804-C83BDD883A58}">
      <dgm:prSet/>
      <dgm:spPr/>
    </dgm:pt>
    <dgm:pt modelId="{BD18783E-6D04-4A3E-834F-C1539812ED22}" type="pres">
      <dgm:prSet presAssocID="{A3ADC42E-D92D-4CE3-B515-AB4674633F03}" presName="linear" presStyleCnt="0">
        <dgm:presLayoutVars>
          <dgm:animLvl val="lvl"/>
          <dgm:resizeHandles val="exact"/>
        </dgm:presLayoutVars>
      </dgm:prSet>
      <dgm:spPr/>
    </dgm:pt>
    <dgm:pt modelId="{5001E592-11D5-4BFB-8AFD-90D8F5F51859}" type="pres">
      <dgm:prSet presAssocID="{33530723-DC20-49DC-BDF1-C327B49DB98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000203FE-B8EB-4BF3-A2A1-C7FF8110D335}" type="pres">
      <dgm:prSet presAssocID="{33530723-DC20-49DC-BDF1-C327B49DB98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F78D911-A23D-4211-9B73-9943C54CDC63}" srcId="{33530723-DC20-49DC-BDF1-C327B49DB98B}" destId="{93B72A86-E6ED-4965-A4BA-EFB20A47958A}" srcOrd="4" destOrd="0" parTransId="{D798134F-3046-409D-AEB4-C6210D92BA50}" sibTransId="{DB201BE3-6208-48F2-81FB-3A413529E054}"/>
    <dgm:cxn modelId="{E4B08E29-9362-493C-A252-4C1D18059713}" type="presOf" srcId="{F64EA2F3-7A8A-4B5C-A27E-904CC36C0052}" destId="{000203FE-B8EB-4BF3-A2A1-C7FF8110D335}" srcOrd="0" destOrd="0" presId="urn:microsoft.com/office/officeart/2005/8/layout/vList2"/>
    <dgm:cxn modelId="{28E18E2A-5EFC-4B2C-B3C8-57CED2D43263}" type="presOf" srcId="{161F890A-0B18-477C-A3DB-834CD9D3AF54}" destId="{000203FE-B8EB-4BF3-A2A1-C7FF8110D335}" srcOrd="0" destOrd="2" presId="urn:microsoft.com/office/officeart/2005/8/layout/vList2"/>
    <dgm:cxn modelId="{9FCD0137-D12F-4713-8867-5758E45C85F5}" type="presOf" srcId="{33530723-DC20-49DC-BDF1-C327B49DB98B}" destId="{5001E592-11D5-4BFB-8AFD-90D8F5F51859}" srcOrd="0" destOrd="0" presId="urn:microsoft.com/office/officeart/2005/8/layout/vList2"/>
    <dgm:cxn modelId="{0A1E4A40-68AC-4739-A954-81089F741E9D}" srcId="{A3ADC42E-D92D-4CE3-B515-AB4674633F03}" destId="{33530723-DC20-49DC-BDF1-C327B49DB98B}" srcOrd="0" destOrd="0" parTransId="{0EA4A2A1-619F-4294-9CC4-83E8E77830BF}" sibTransId="{3FA4A193-E0A3-407D-8D9A-10FCCD2B83EF}"/>
    <dgm:cxn modelId="{3170235D-EDB2-4DB3-8804-C83BDD883A58}" srcId="{33530723-DC20-49DC-BDF1-C327B49DB98B}" destId="{40F5FAC3-566C-4D0C-8C6B-0C4055345761}" srcOrd="5" destOrd="0" parTransId="{8F03A667-942E-44DE-A54B-CA307C27D8E9}" sibTransId="{082D8351-861E-48DF-BDEB-4E31EEAE341A}"/>
    <dgm:cxn modelId="{1F28DD45-4BBF-4034-B8AB-6D690A9E0396}" srcId="{33530723-DC20-49DC-BDF1-C327B49DB98B}" destId="{BD75C9A7-C25F-48E8-992D-213CA8DC7625}" srcOrd="1" destOrd="0" parTransId="{8AED3AA4-018A-4ECE-B2FB-98FAD26B3CE3}" sibTransId="{41658185-154F-4BDD-838F-3F217884E946}"/>
    <dgm:cxn modelId="{F2F9BE70-958A-4A10-BB94-AEC79EF31266}" type="presOf" srcId="{93B72A86-E6ED-4965-A4BA-EFB20A47958A}" destId="{000203FE-B8EB-4BF3-A2A1-C7FF8110D335}" srcOrd="0" destOrd="4" presId="urn:microsoft.com/office/officeart/2005/8/layout/vList2"/>
    <dgm:cxn modelId="{BD07AF84-87D9-4D1E-A357-EB0E7A56D593}" type="presOf" srcId="{5D8C00B7-232B-4B8D-ACC0-269C1329C992}" destId="{000203FE-B8EB-4BF3-A2A1-C7FF8110D335}" srcOrd="0" destOrd="3" presId="urn:microsoft.com/office/officeart/2005/8/layout/vList2"/>
    <dgm:cxn modelId="{2E024398-ACA9-4558-99A3-FC72043CC402}" srcId="{33530723-DC20-49DC-BDF1-C327B49DB98B}" destId="{161F890A-0B18-477C-A3DB-834CD9D3AF54}" srcOrd="2" destOrd="0" parTransId="{4909C5DD-694E-4B43-A892-5E683AC84118}" sibTransId="{ADF2D211-3B82-4DB9-A747-DBD61CCDFC69}"/>
    <dgm:cxn modelId="{1597DA9E-8A26-44D9-B52F-C8233DD204A4}" srcId="{33530723-DC20-49DC-BDF1-C327B49DB98B}" destId="{5D8C00B7-232B-4B8D-ACC0-269C1329C992}" srcOrd="3" destOrd="0" parTransId="{CEFBEF1D-32FC-4747-A045-1E8F5A9BB2C5}" sibTransId="{76C76D67-8E18-4A93-AB5C-A7C262EB4EC4}"/>
    <dgm:cxn modelId="{6B04AFAB-7F13-4D75-AACA-AE6005E93DF2}" type="presOf" srcId="{40F5FAC3-566C-4D0C-8C6B-0C4055345761}" destId="{000203FE-B8EB-4BF3-A2A1-C7FF8110D335}" srcOrd="0" destOrd="5" presId="urn:microsoft.com/office/officeart/2005/8/layout/vList2"/>
    <dgm:cxn modelId="{7BAEC7B0-0DFE-47DD-8832-7FF4FC94EEFA}" srcId="{33530723-DC20-49DC-BDF1-C327B49DB98B}" destId="{F64EA2F3-7A8A-4B5C-A27E-904CC36C0052}" srcOrd="0" destOrd="0" parTransId="{1EEE81C5-E419-48FD-AA09-D0F58960F02F}" sibTransId="{5605F245-2853-46A7-ABDF-EBA52EDDFEA4}"/>
    <dgm:cxn modelId="{14CBDDE2-2162-4BD5-8576-FAE4B3C65708}" type="presOf" srcId="{A3ADC42E-D92D-4CE3-B515-AB4674633F03}" destId="{BD18783E-6D04-4A3E-834F-C1539812ED22}" srcOrd="0" destOrd="0" presId="urn:microsoft.com/office/officeart/2005/8/layout/vList2"/>
    <dgm:cxn modelId="{8519ECFD-55DB-4734-A6FC-6F7B5EB28C1F}" type="presOf" srcId="{BD75C9A7-C25F-48E8-992D-213CA8DC7625}" destId="{000203FE-B8EB-4BF3-A2A1-C7FF8110D335}" srcOrd="0" destOrd="1" presId="urn:microsoft.com/office/officeart/2005/8/layout/vList2"/>
    <dgm:cxn modelId="{70261C45-C2B7-4D1B-8E25-AB16FFBDF448}" type="presParOf" srcId="{BD18783E-6D04-4A3E-834F-C1539812ED22}" destId="{5001E592-11D5-4BFB-8AFD-90D8F5F51859}" srcOrd="0" destOrd="0" presId="urn:microsoft.com/office/officeart/2005/8/layout/vList2"/>
    <dgm:cxn modelId="{91541EE0-3229-4A43-9E2C-C30768C92F43}" type="presParOf" srcId="{BD18783E-6D04-4A3E-834F-C1539812ED22}" destId="{000203FE-B8EB-4BF3-A2A1-C7FF8110D33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en-IN"/>
        </a:p>
      </dgm:t>
    </dgm:pt>
    <dgm:pt modelId="{A9EB9C75-5F78-4E03-8EC9-A92D7252E0FD}">
      <dgm:prSet/>
      <dgm:spPr/>
      <dgm:t>
        <a:bodyPr/>
        <a:lstStyle/>
        <a:p>
          <a:r>
            <a:rPr lang="en-US"/>
            <a:t>Mechanism: Stores all messages in a Python dictionary (store) during the program's runtime.</a:t>
          </a:r>
          <a:endParaRPr lang="en-IN"/>
        </a:p>
      </dgm:t>
    </dgm:pt>
    <dgm:pt modelId="{A12D495F-1F70-4DDE-8F0B-FE4812F148CF}" type="parTrans" cxnId="{4C4369D8-B501-4227-952C-2EFA02B26C11}">
      <dgm:prSet/>
      <dgm:spPr/>
      <dgm:t>
        <a:bodyPr/>
        <a:lstStyle/>
        <a:p>
          <a:endParaRPr lang="en-IN"/>
        </a:p>
      </dgm:t>
    </dgm:pt>
    <dgm:pt modelId="{61E0E754-9505-4FC1-9287-8AB0E0B54F85}" type="sibTrans" cxnId="{4C4369D8-B501-4227-952C-2EFA02B26C11}">
      <dgm:prSet/>
      <dgm:spPr/>
      <dgm:t>
        <a:bodyPr/>
        <a:lstStyle/>
        <a:p>
          <a:endParaRPr lang="en-IN"/>
        </a:p>
      </dgm:t>
    </dgm:pt>
    <dgm:pt modelId="{9815A611-1890-442F-AD65-D13CA1FD1A96}">
      <dgm:prSet/>
      <dgm:spPr/>
      <dgm:t>
        <a:bodyPr/>
        <a:lstStyle/>
        <a:p>
          <a:r>
            <a:rPr lang="en-US"/>
            <a:t>Use Case: Quick testing, simple chat interfaces, or sessions that don't need to persist after the server shuts down.</a:t>
          </a:r>
          <a:endParaRPr lang="en-IN"/>
        </a:p>
      </dgm:t>
    </dgm:pt>
    <dgm:pt modelId="{A288D897-74FD-41EA-B399-46FC50D5D9D0}" type="parTrans" cxnId="{25400797-EB5B-4682-B4C1-34EF0A42EDA5}">
      <dgm:prSet/>
      <dgm:spPr/>
      <dgm:t>
        <a:bodyPr/>
        <a:lstStyle/>
        <a:p>
          <a:endParaRPr lang="en-IN"/>
        </a:p>
      </dgm:t>
    </dgm:pt>
    <dgm:pt modelId="{48FC942E-E29F-4627-AC16-2F9E1DA75B80}" type="sibTrans" cxnId="{25400797-EB5B-4682-B4C1-34EF0A42EDA5}">
      <dgm:prSet/>
      <dgm:spPr/>
      <dgm:t>
        <a:bodyPr/>
        <a:lstStyle/>
        <a:p>
          <a:endParaRPr lang="en-IN"/>
        </a:p>
      </dgm:t>
    </dgm:pt>
    <dgm:pt modelId="{D213F5E3-AFA5-4277-9366-825AA9D73D32}">
      <dgm:prSet/>
      <dgm:spPr/>
      <dgm:t>
        <a:bodyPr/>
        <a:lstStyle/>
        <a:p>
          <a:r>
            <a:rPr lang="en-US"/>
            <a:t>Key Component: RunnableWithMessageHistory automatically manages injecting the message list into the MessagesPlaceholder in the prompt.</a:t>
          </a:r>
          <a:endParaRPr lang="en-IN"/>
        </a:p>
      </dgm:t>
    </dgm:pt>
    <dgm:pt modelId="{523387C2-ACF0-4B73-8DF8-8E70EA6F2D64}" type="parTrans" cxnId="{0BC8C9F7-2703-43A6-A932-397CF999D362}">
      <dgm:prSet/>
      <dgm:spPr/>
      <dgm:t>
        <a:bodyPr/>
        <a:lstStyle/>
        <a:p>
          <a:endParaRPr lang="en-IN"/>
        </a:p>
      </dgm:t>
    </dgm:pt>
    <dgm:pt modelId="{F2F3F53A-FE61-4614-93E6-382FF65E79DC}" type="sibTrans" cxnId="{0BC8C9F7-2703-43A6-A932-397CF999D362}">
      <dgm:prSet/>
      <dgm:spPr/>
      <dgm:t>
        <a:bodyPr/>
        <a:lstStyle/>
        <a:p>
          <a:endParaRPr lang="en-IN"/>
        </a:p>
      </dgm:t>
    </dgm:pt>
    <dgm:pt modelId="{C73AC008-AB34-4FED-B64A-49D786BD69AD}">
      <dgm:prSet/>
      <dgm:spPr/>
      <dgm:t>
        <a:bodyPr/>
        <a:lstStyle/>
        <a:p>
          <a:r>
            <a:rPr lang="en-US"/>
            <a:t>Class: ChatMessageHistory (The modern, correct class name for in-memory history).</a:t>
          </a:r>
          <a:endParaRPr lang="en-IN"/>
        </a:p>
      </dgm:t>
    </dgm:pt>
    <dgm:pt modelId="{B246347B-E9DD-4889-B272-CC3F5316889B}" type="parTrans" cxnId="{D7A0E137-4853-4A04-85C2-0620C48DF793}">
      <dgm:prSet/>
      <dgm:spPr/>
      <dgm:t>
        <a:bodyPr/>
        <a:lstStyle/>
        <a:p>
          <a:endParaRPr lang="en-IN"/>
        </a:p>
      </dgm:t>
    </dgm:pt>
    <dgm:pt modelId="{5806AA5B-D703-4712-9C92-23C6D395808C}" type="sibTrans" cxnId="{D7A0E137-4853-4A04-85C2-0620C48DF793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F8F36AF3-4476-4AE4-9851-6A6B92E97ADE}" type="pres">
      <dgm:prSet presAssocID="{A9EB9C75-5F78-4E03-8EC9-A92D7252E0F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D6B283E-8311-4C79-B8DF-AB84A712EFD3}" type="pres">
      <dgm:prSet presAssocID="{61E0E754-9505-4FC1-9287-8AB0E0B54F85}" presName="spacer" presStyleCnt="0"/>
      <dgm:spPr/>
    </dgm:pt>
    <dgm:pt modelId="{19C7EAE9-8CB9-4DBF-A438-3ADA62986519}" type="pres">
      <dgm:prSet presAssocID="{9815A611-1890-442F-AD65-D13CA1FD1A9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F08857D-F1D8-40A6-9FA6-D6EF7D141F16}" type="pres">
      <dgm:prSet presAssocID="{48FC942E-E29F-4627-AC16-2F9E1DA75B80}" presName="spacer" presStyleCnt="0"/>
      <dgm:spPr/>
    </dgm:pt>
    <dgm:pt modelId="{C9AA8CFE-90FD-4F49-A6ED-A413AF424E98}" type="pres">
      <dgm:prSet presAssocID="{D213F5E3-AFA5-4277-9366-825AA9D73D3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8C54466-06CA-4539-9C36-55475EF44B70}" type="pres">
      <dgm:prSet presAssocID="{F2F3F53A-FE61-4614-93E6-382FF65E79DC}" presName="spacer" presStyleCnt="0"/>
      <dgm:spPr/>
    </dgm:pt>
    <dgm:pt modelId="{FB6E0639-C96F-4FEE-9D80-1FA4955ED351}" type="pres">
      <dgm:prSet presAssocID="{C73AC008-AB34-4FED-B64A-49D786BD69A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3195B28-E5BB-44CD-9F4D-855DA59B93F3}" type="presOf" srcId="{C73AC008-AB34-4FED-B64A-49D786BD69AD}" destId="{FB6E0639-C96F-4FEE-9D80-1FA4955ED351}" srcOrd="0" destOrd="0" presId="urn:microsoft.com/office/officeart/2005/8/layout/vList2"/>
    <dgm:cxn modelId="{D7A0E137-4853-4A04-85C2-0620C48DF793}" srcId="{8F622495-A4FE-428B-A799-52CC616907A8}" destId="{C73AC008-AB34-4FED-B64A-49D786BD69AD}" srcOrd="3" destOrd="0" parTransId="{B246347B-E9DD-4889-B272-CC3F5316889B}" sibTransId="{5806AA5B-D703-4712-9C92-23C6D395808C}"/>
    <dgm:cxn modelId="{B6801B76-9739-4DFE-A1E8-7FF0810EF8A7}" type="presOf" srcId="{A9EB9C75-5F78-4E03-8EC9-A92D7252E0FD}" destId="{F8F36AF3-4476-4AE4-9851-6A6B92E97ADE}" srcOrd="0" destOrd="0" presId="urn:microsoft.com/office/officeart/2005/8/layout/vList2"/>
    <dgm:cxn modelId="{25400797-EB5B-4682-B4C1-34EF0A42EDA5}" srcId="{8F622495-A4FE-428B-A799-52CC616907A8}" destId="{9815A611-1890-442F-AD65-D13CA1FD1A96}" srcOrd="1" destOrd="0" parTransId="{A288D897-74FD-41EA-B399-46FC50D5D9D0}" sibTransId="{48FC942E-E29F-4627-AC16-2F9E1DA75B80}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4C4369D8-B501-4227-952C-2EFA02B26C11}" srcId="{8F622495-A4FE-428B-A799-52CC616907A8}" destId="{A9EB9C75-5F78-4E03-8EC9-A92D7252E0FD}" srcOrd="0" destOrd="0" parTransId="{A12D495F-1F70-4DDE-8F0B-FE4812F148CF}" sibTransId="{61E0E754-9505-4FC1-9287-8AB0E0B54F85}"/>
    <dgm:cxn modelId="{1F45D4F6-74A6-4F3B-9A1B-CC85778A818E}" type="presOf" srcId="{9815A611-1890-442F-AD65-D13CA1FD1A96}" destId="{19C7EAE9-8CB9-4DBF-A438-3ADA62986519}" srcOrd="0" destOrd="0" presId="urn:microsoft.com/office/officeart/2005/8/layout/vList2"/>
    <dgm:cxn modelId="{0BC8C9F7-2703-43A6-A932-397CF999D362}" srcId="{8F622495-A4FE-428B-A799-52CC616907A8}" destId="{D213F5E3-AFA5-4277-9366-825AA9D73D32}" srcOrd="2" destOrd="0" parTransId="{523387C2-ACF0-4B73-8DF8-8E70EA6F2D64}" sibTransId="{F2F3F53A-FE61-4614-93E6-382FF65E79DC}"/>
    <dgm:cxn modelId="{F3D924FE-3AB4-4BBA-93EE-62BC16AD2748}" type="presOf" srcId="{D213F5E3-AFA5-4277-9366-825AA9D73D32}" destId="{C9AA8CFE-90FD-4F49-A6ED-A413AF424E98}" srcOrd="0" destOrd="0" presId="urn:microsoft.com/office/officeart/2005/8/layout/vList2"/>
    <dgm:cxn modelId="{6FB08230-1373-437C-A6CC-9A282141B040}" type="presParOf" srcId="{1E2CB9EA-2E0B-4CB4-AB77-CCE0F8F6413F}" destId="{F8F36AF3-4476-4AE4-9851-6A6B92E97ADE}" srcOrd="0" destOrd="0" presId="urn:microsoft.com/office/officeart/2005/8/layout/vList2"/>
    <dgm:cxn modelId="{FEB36CCF-8EA3-4FE5-ABD2-061D6A1E31B9}" type="presParOf" srcId="{1E2CB9EA-2E0B-4CB4-AB77-CCE0F8F6413F}" destId="{7D6B283E-8311-4C79-B8DF-AB84A712EFD3}" srcOrd="1" destOrd="0" presId="urn:microsoft.com/office/officeart/2005/8/layout/vList2"/>
    <dgm:cxn modelId="{4794DD5D-28C6-4CAC-8D87-DBFC3FE09B47}" type="presParOf" srcId="{1E2CB9EA-2E0B-4CB4-AB77-CCE0F8F6413F}" destId="{19C7EAE9-8CB9-4DBF-A438-3ADA62986519}" srcOrd="2" destOrd="0" presId="urn:microsoft.com/office/officeart/2005/8/layout/vList2"/>
    <dgm:cxn modelId="{18018A89-9911-4635-9053-60569E8FD06E}" type="presParOf" srcId="{1E2CB9EA-2E0B-4CB4-AB77-CCE0F8F6413F}" destId="{FF08857D-F1D8-40A6-9FA6-D6EF7D141F16}" srcOrd="3" destOrd="0" presId="urn:microsoft.com/office/officeart/2005/8/layout/vList2"/>
    <dgm:cxn modelId="{1521CA05-2621-4AEC-950F-F01AA194694F}" type="presParOf" srcId="{1E2CB9EA-2E0B-4CB4-AB77-CCE0F8F6413F}" destId="{C9AA8CFE-90FD-4F49-A6ED-A413AF424E98}" srcOrd="4" destOrd="0" presId="urn:microsoft.com/office/officeart/2005/8/layout/vList2"/>
    <dgm:cxn modelId="{CE7EEE10-C4B7-4D6E-894F-C6E3FBE60041}" type="presParOf" srcId="{1E2CB9EA-2E0B-4CB4-AB77-CCE0F8F6413F}" destId="{38C54466-06CA-4539-9C36-55475EF44B70}" srcOrd="5" destOrd="0" presId="urn:microsoft.com/office/officeart/2005/8/layout/vList2"/>
    <dgm:cxn modelId="{4BD9101A-742A-4BD4-BB76-1F7D24C46685}" type="presParOf" srcId="{1E2CB9EA-2E0B-4CB4-AB77-CCE0F8F6413F}" destId="{FB6E0639-C96F-4FEE-9D80-1FA4955ED35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A9EB9C75-5F78-4E03-8EC9-A92D7252E0FD}">
      <dgm:prSet/>
      <dgm:spPr/>
      <dgm:t>
        <a:bodyPr/>
        <a:lstStyle/>
        <a:p>
          <a:r>
            <a:rPr lang="en-US"/>
            <a:t>Mechanism: Stores the entire conversation as a JSON file (e.g., session-id.json) on the local disk.</a:t>
          </a:r>
          <a:endParaRPr lang="en-IN"/>
        </a:p>
      </dgm:t>
    </dgm:pt>
    <dgm:pt modelId="{A12D495F-1F70-4DDE-8F0B-FE4812F148CF}" type="parTrans" cxnId="{4C4369D8-B501-4227-952C-2EFA02B26C11}">
      <dgm:prSet/>
      <dgm:spPr/>
      <dgm:t>
        <a:bodyPr/>
        <a:lstStyle/>
        <a:p>
          <a:endParaRPr lang="en-IN"/>
        </a:p>
      </dgm:t>
    </dgm:pt>
    <dgm:pt modelId="{61E0E754-9505-4FC1-9287-8AB0E0B54F85}" type="sibTrans" cxnId="{4C4369D8-B501-4227-952C-2EFA02B26C11}">
      <dgm:prSet/>
      <dgm:spPr/>
      <dgm:t>
        <a:bodyPr/>
        <a:lstStyle/>
        <a:p>
          <a:endParaRPr lang="en-IN"/>
        </a:p>
      </dgm:t>
    </dgm:pt>
    <dgm:pt modelId="{CBE3D466-963E-479F-BD62-38FC4477E078}">
      <dgm:prSet/>
      <dgm:spPr/>
      <dgm:t>
        <a:bodyPr/>
        <a:lstStyle/>
        <a:p>
          <a:r>
            <a:rPr lang="en-US"/>
            <a:t>Use Case: Single-user chatbots, restarting a demo, or when a full database is overkill.</a:t>
          </a:r>
          <a:endParaRPr lang="en-IN"/>
        </a:p>
      </dgm:t>
    </dgm:pt>
    <dgm:pt modelId="{ECA2C83A-F499-4300-B45C-50F7BD13D09E}" type="parTrans" cxnId="{BD8F7C96-FAC7-4F17-ACE9-A10F954EEFFB}">
      <dgm:prSet/>
      <dgm:spPr/>
      <dgm:t>
        <a:bodyPr/>
        <a:lstStyle/>
        <a:p>
          <a:endParaRPr lang="en-IN"/>
        </a:p>
      </dgm:t>
    </dgm:pt>
    <dgm:pt modelId="{6C59CA3F-5152-4EBB-BBDF-C779CF455E27}" type="sibTrans" cxnId="{BD8F7C96-FAC7-4F17-ACE9-A10F954EEFFB}">
      <dgm:prSet/>
      <dgm:spPr/>
      <dgm:t>
        <a:bodyPr/>
        <a:lstStyle/>
        <a:p>
          <a:endParaRPr lang="en-IN"/>
        </a:p>
      </dgm:t>
    </dgm:pt>
    <dgm:pt modelId="{4558A065-E539-431F-BD0D-89C0E991F3BA}">
      <dgm:prSet/>
      <dgm:spPr/>
      <dgm:t>
        <a:bodyPr/>
        <a:lstStyle/>
        <a:p>
          <a:r>
            <a:rPr lang="en-US"/>
            <a:t>Persistence: The history survives program restarts.</a:t>
          </a:r>
          <a:endParaRPr lang="en-IN"/>
        </a:p>
      </dgm:t>
    </dgm:pt>
    <dgm:pt modelId="{76E44AC6-EAC6-407D-B351-9DC0A7DE973E}" type="parTrans" cxnId="{89851A46-3C96-49E0-A8E5-3E08BE012E1E}">
      <dgm:prSet/>
      <dgm:spPr/>
      <dgm:t>
        <a:bodyPr/>
        <a:lstStyle/>
        <a:p>
          <a:endParaRPr lang="en-IN"/>
        </a:p>
      </dgm:t>
    </dgm:pt>
    <dgm:pt modelId="{B56B7E83-06CC-4218-A4DF-ACD6C3C2DF11}" type="sibTrans" cxnId="{89851A46-3C96-49E0-A8E5-3E08BE012E1E}">
      <dgm:prSet/>
      <dgm:spPr/>
      <dgm:t>
        <a:bodyPr/>
        <a:lstStyle/>
        <a:p>
          <a:endParaRPr lang="en-IN"/>
        </a:p>
      </dgm:t>
    </dgm:pt>
    <dgm:pt modelId="{2FAA4880-49FD-4AA5-9079-D5679AA2225F}">
      <dgm:prSet/>
      <dgm:spPr/>
      <dgm:t>
        <a:bodyPr/>
        <a:lstStyle/>
        <a:p>
          <a:r>
            <a:rPr lang="en-US"/>
            <a:t>Key Setup: The factory function must manage the file path (os.path.join(HISTORY_DIR, f"{session_id}.json")).</a:t>
          </a:r>
          <a:endParaRPr lang="en-IN"/>
        </a:p>
      </dgm:t>
    </dgm:pt>
    <dgm:pt modelId="{B710A8CB-C604-4143-A83D-7BD93F344901}" type="parTrans" cxnId="{01F9AC0A-94F8-44F0-912F-25E09B021B19}">
      <dgm:prSet/>
      <dgm:spPr/>
      <dgm:t>
        <a:bodyPr/>
        <a:lstStyle/>
        <a:p>
          <a:endParaRPr lang="en-IN"/>
        </a:p>
      </dgm:t>
    </dgm:pt>
    <dgm:pt modelId="{8C199792-680F-4362-AAC1-0A7B3CD3D05E}" type="sibTrans" cxnId="{01F9AC0A-94F8-44F0-912F-25E09B021B19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F8F36AF3-4476-4AE4-9851-6A6B92E97ADE}" type="pres">
      <dgm:prSet presAssocID="{A9EB9C75-5F78-4E03-8EC9-A92D7252E0F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D6B283E-8311-4C79-B8DF-AB84A712EFD3}" type="pres">
      <dgm:prSet presAssocID="{61E0E754-9505-4FC1-9287-8AB0E0B54F85}" presName="spacer" presStyleCnt="0"/>
      <dgm:spPr/>
    </dgm:pt>
    <dgm:pt modelId="{E62CFA3D-ECED-46A5-B897-1AD8995AF2C4}" type="pres">
      <dgm:prSet presAssocID="{CBE3D466-963E-479F-BD62-38FC4477E07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80F845A-7EDC-423D-99AE-935760BEABD4}" type="pres">
      <dgm:prSet presAssocID="{6C59CA3F-5152-4EBB-BBDF-C779CF455E27}" presName="spacer" presStyleCnt="0"/>
      <dgm:spPr/>
    </dgm:pt>
    <dgm:pt modelId="{F5B1D4CB-1A98-4FA1-8CFF-CC4DC434A4B8}" type="pres">
      <dgm:prSet presAssocID="{4558A065-E539-431F-BD0D-89C0E991F3B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10E6C6A-4DCE-42AE-9471-85A7D05FC37A}" type="pres">
      <dgm:prSet presAssocID="{B56B7E83-06CC-4218-A4DF-ACD6C3C2DF11}" presName="spacer" presStyleCnt="0"/>
      <dgm:spPr/>
    </dgm:pt>
    <dgm:pt modelId="{9C05159F-6D28-4C76-AB56-50589797EF77}" type="pres">
      <dgm:prSet presAssocID="{2FAA4880-49FD-4AA5-9079-D5679AA2225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1F9AC0A-94F8-44F0-912F-25E09B021B19}" srcId="{8F622495-A4FE-428B-A799-52CC616907A8}" destId="{2FAA4880-49FD-4AA5-9079-D5679AA2225F}" srcOrd="3" destOrd="0" parTransId="{B710A8CB-C604-4143-A83D-7BD93F344901}" sibTransId="{8C199792-680F-4362-AAC1-0A7B3CD3D05E}"/>
    <dgm:cxn modelId="{E9E42E2E-5AAB-44C1-AB41-7A5DB172563B}" type="presOf" srcId="{2FAA4880-49FD-4AA5-9079-D5679AA2225F}" destId="{9C05159F-6D28-4C76-AB56-50589797EF77}" srcOrd="0" destOrd="0" presId="urn:microsoft.com/office/officeart/2005/8/layout/vList2"/>
    <dgm:cxn modelId="{89851A46-3C96-49E0-A8E5-3E08BE012E1E}" srcId="{8F622495-A4FE-428B-A799-52CC616907A8}" destId="{4558A065-E539-431F-BD0D-89C0E991F3BA}" srcOrd="2" destOrd="0" parTransId="{76E44AC6-EAC6-407D-B351-9DC0A7DE973E}" sibTransId="{B56B7E83-06CC-4218-A4DF-ACD6C3C2DF11}"/>
    <dgm:cxn modelId="{4286E652-2B58-4EC6-A348-E57CCDA08CF5}" type="presOf" srcId="{CBE3D466-963E-479F-BD62-38FC4477E078}" destId="{E62CFA3D-ECED-46A5-B897-1AD8995AF2C4}" srcOrd="0" destOrd="0" presId="urn:microsoft.com/office/officeart/2005/8/layout/vList2"/>
    <dgm:cxn modelId="{B6801B76-9739-4DFE-A1E8-7FF0810EF8A7}" type="presOf" srcId="{A9EB9C75-5F78-4E03-8EC9-A92D7252E0FD}" destId="{F8F36AF3-4476-4AE4-9851-6A6B92E97ADE}" srcOrd="0" destOrd="0" presId="urn:microsoft.com/office/officeart/2005/8/layout/vList2"/>
    <dgm:cxn modelId="{BD8F7C96-FAC7-4F17-ACE9-A10F954EEFFB}" srcId="{8F622495-A4FE-428B-A799-52CC616907A8}" destId="{CBE3D466-963E-479F-BD62-38FC4477E078}" srcOrd="1" destOrd="0" parTransId="{ECA2C83A-F499-4300-B45C-50F7BD13D09E}" sibTransId="{6C59CA3F-5152-4EBB-BBDF-C779CF455E27}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4C4369D8-B501-4227-952C-2EFA02B26C11}" srcId="{8F622495-A4FE-428B-A799-52CC616907A8}" destId="{A9EB9C75-5F78-4E03-8EC9-A92D7252E0FD}" srcOrd="0" destOrd="0" parTransId="{A12D495F-1F70-4DDE-8F0B-FE4812F148CF}" sibTransId="{61E0E754-9505-4FC1-9287-8AB0E0B54F85}"/>
    <dgm:cxn modelId="{3F92B2F8-530B-4F17-8E9C-1302C05058D7}" type="presOf" srcId="{4558A065-E539-431F-BD0D-89C0E991F3BA}" destId="{F5B1D4CB-1A98-4FA1-8CFF-CC4DC434A4B8}" srcOrd="0" destOrd="0" presId="urn:microsoft.com/office/officeart/2005/8/layout/vList2"/>
    <dgm:cxn modelId="{6FB08230-1373-437C-A6CC-9A282141B040}" type="presParOf" srcId="{1E2CB9EA-2E0B-4CB4-AB77-CCE0F8F6413F}" destId="{F8F36AF3-4476-4AE4-9851-6A6B92E97ADE}" srcOrd="0" destOrd="0" presId="urn:microsoft.com/office/officeart/2005/8/layout/vList2"/>
    <dgm:cxn modelId="{FEB36CCF-8EA3-4FE5-ABD2-061D6A1E31B9}" type="presParOf" srcId="{1E2CB9EA-2E0B-4CB4-AB77-CCE0F8F6413F}" destId="{7D6B283E-8311-4C79-B8DF-AB84A712EFD3}" srcOrd="1" destOrd="0" presId="urn:microsoft.com/office/officeart/2005/8/layout/vList2"/>
    <dgm:cxn modelId="{CB629CAC-9093-4C13-B47A-9A3BCA0389EF}" type="presParOf" srcId="{1E2CB9EA-2E0B-4CB4-AB77-CCE0F8F6413F}" destId="{E62CFA3D-ECED-46A5-B897-1AD8995AF2C4}" srcOrd="2" destOrd="0" presId="urn:microsoft.com/office/officeart/2005/8/layout/vList2"/>
    <dgm:cxn modelId="{64CC59E1-740F-4BCD-9562-C8BFB130E35C}" type="presParOf" srcId="{1E2CB9EA-2E0B-4CB4-AB77-CCE0F8F6413F}" destId="{E80F845A-7EDC-423D-99AE-935760BEABD4}" srcOrd="3" destOrd="0" presId="urn:microsoft.com/office/officeart/2005/8/layout/vList2"/>
    <dgm:cxn modelId="{BDD9D01E-D293-4D35-8EAC-42194355F72C}" type="presParOf" srcId="{1E2CB9EA-2E0B-4CB4-AB77-CCE0F8F6413F}" destId="{F5B1D4CB-1A98-4FA1-8CFF-CC4DC434A4B8}" srcOrd="4" destOrd="0" presId="urn:microsoft.com/office/officeart/2005/8/layout/vList2"/>
    <dgm:cxn modelId="{8CFA32E7-0200-49E6-B582-1D0A27BC0E68}" type="presParOf" srcId="{1E2CB9EA-2E0B-4CB4-AB77-CCE0F8F6413F}" destId="{010E6C6A-4DCE-42AE-9471-85A7D05FC37A}" srcOrd="5" destOrd="0" presId="urn:microsoft.com/office/officeart/2005/8/layout/vList2"/>
    <dgm:cxn modelId="{EEE85584-A51B-41AA-9F15-368D2BA04517}" type="presParOf" srcId="{1E2CB9EA-2E0B-4CB4-AB77-CCE0F8F6413F}" destId="{9C05159F-6D28-4C76-AB56-50589797EF7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A9EB9C75-5F78-4E03-8EC9-A92D7252E0FD}">
      <dgm:prSet/>
      <dgm:spPr/>
      <dgm:t>
        <a:bodyPr/>
        <a:lstStyle/>
        <a:p>
          <a:r>
            <a:rPr lang="en-IN" b="1"/>
            <a:t>Mechanism:</a:t>
          </a:r>
          <a:r>
            <a:rPr lang="en-IN"/>
            <a:t> Uses </a:t>
          </a:r>
          <a:r>
            <a:rPr lang="en-IN" b="1"/>
            <a:t>SQLAlchemy</a:t>
          </a:r>
          <a:r>
            <a:rPr lang="en-IN"/>
            <a:t> via SQLChatMessageHistory to store messages in a database table (e.g., MySQL, Postgres).</a:t>
          </a:r>
        </a:p>
      </dgm:t>
    </dgm:pt>
    <dgm:pt modelId="{A12D495F-1F70-4DDE-8F0B-FE4812F148CF}" type="parTrans" cxnId="{4C4369D8-B501-4227-952C-2EFA02B26C11}">
      <dgm:prSet/>
      <dgm:spPr/>
      <dgm:t>
        <a:bodyPr/>
        <a:lstStyle/>
        <a:p>
          <a:endParaRPr lang="en-IN"/>
        </a:p>
      </dgm:t>
    </dgm:pt>
    <dgm:pt modelId="{61E0E754-9505-4FC1-9287-8AB0E0B54F85}" type="sibTrans" cxnId="{4C4369D8-B501-4227-952C-2EFA02B26C11}">
      <dgm:prSet/>
      <dgm:spPr/>
      <dgm:t>
        <a:bodyPr/>
        <a:lstStyle/>
        <a:p>
          <a:endParaRPr lang="en-IN"/>
        </a:p>
      </dgm:t>
    </dgm:pt>
    <dgm:pt modelId="{2E64200A-C003-429A-850B-F8271731E3B5}">
      <dgm:prSet/>
      <dgm:spPr/>
      <dgm:t>
        <a:bodyPr/>
        <a:lstStyle/>
        <a:p>
          <a:pPr>
            <a:buNone/>
          </a:pPr>
          <a:r>
            <a:rPr lang="en-US" b="1"/>
            <a:t>Use Case:</a:t>
          </a:r>
          <a:r>
            <a:rPr lang="en-US"/>
            <a:t> Multi-user applications, scaling to many simultaneous conversations, data integrity required.</a:t>
          </a:r>
        </a:p>
      </dgm:t>
    </dgm:pt>
    <dgm:pt modelId="{4206762E-F892-4E86-948B-D3206E74FCC7}" type="parTrans" cxnId="{C7CE12BE-419B-4C64-BE44-7D65B00C7AA6}">
      <dgm:prSet/>
      <dgm:spPr/>
      <dgm:t>
        <a:bodyPr/>
        <a:lstStyle/>
        <a:p>
          <a:endParaRPr lang="en-IN"/>
        </a:p>
      </dgm:t>
    </dgm:pt>
    <dgm:pt modelId="{EF796BCC-810F-4F3C-AE36-B7EB3E539B2D}" type="sibTrans" cxnId="{C7CE12BE-419B-4C64-BE44-7D65B00C7AA6}">
      <dgm:prSet/>
      <dgm:spPr/>
      <dgm:t>
        <a:bodyPr/>
        <a:lstStyle/>
        <a:p>
          <a:endParaRPr lang="en-IN"/>
        </a:p>
      </dgm:t>
    </dgm:pt>
    <dgm:pt modelId="{25F2BED2-85B9-40FF-AEA1-80CFD2ADFB1C}">
      <dgm:prSet/>
      <dgm:spPr/>
      <dgm:t>
        <a:bodyPr/>
        <a:lstStyle/>
        <a:p>
          <a:pPr>
            <a:buNone/>
          </a:pPr>
          <a:r>
            <a:rPr lang="en-US" b="1"/>
            <a:t>Setup:</a:t>
          </a:r>
          <a:r>
            <a:rPr lang="en-US"/>
            <a:t> Requires a connection string (DB_URL) and an indexed session_id column for fast retrieval.</a:t>
          </a:r>
        </a:p>
      </dgm:t>
    </dgm:pt>
    <dgm:pt modelId="{F3804C1D-1740-4405-AFBE-1B20D563E8FD}" type="parTrans" cxnId="{BFB1FECB-9327-4A6E-AE6F-80EFE4130E93}">
      <dgm:prSet/>
      <dgm:spPr/>
      <dgm:t>
        <a:bodyPr/>
        <a:lstStyle/>
        <a:p>
          <a:endParaRPr lang="en-IN"/>
        </a:p>
      </dgm:t>
    </dgm:pt>
    <dgm:pt modelId="{E7810FDE-D4AE-4881-B2A1-12F96301F8AD}" type="sibTrans" cxnId="{BFB1FECB-9327-4A6E-AE6F-80EFE4130E93}">
      <dgm:prSet/>
      <dgm:spPr/>
      <dgm:t>
        <a:bodyPr/>
        <a:lstStyle/>
        <a:p>
          <a:endParaRPr lang="en-IN"/>
        </a:p>
      </dgm:t>
    </dgm:pt>
    <dgm:pt modelId="{F9C8AD08-889A-4EC4-9438-8E42B040CF80}">
      <dgm:prSet/>
      <dgm:spPr/>
      <dgm:t>
        <a:bodyPr/>
        <a:lstStyle/>
        <a:p>
          <a:pPr>
            <a:buNone/>
          </a:pPr>
          <a:r>
            <a:rPr lang="en-US" b="1"/>
            <a:t>DDL:</a:t>
          </a:r>
          <a:r>
            <a:rPr lang="en-US"/>
            <a:t> LangChain creates the table, typically with id, session_id, and message (TEXT).</a:t>
          </a:r>
        </a:p>
      </dgm:t>
    </dgm:pt>
    <dgm:pt modelId="{149D1A65-8317-439E-BB0B-3001D6FB9267}" type="parTrans" cxnId="{ABBC0783-C838-42AA-8A55-E548D8E16D3D}">
      <dgm:prSet/>
      <dgm:spPr/>
      <dgm:t>
        <a:bodyPr/>
        <a:lstStyle/>
        <a:p>
          <a:endParaRPr lang="en-IN"/>
        </a:p>
      </dgm:t>
    </dgm:pt>
    <dgm:pt modelId="{0068C154-2755-462C-A2FF-4FC1FEF91426}" type="sibTrans" cxnId="{ABBC0783-C838-42AA-8A55-E548D8E16D3D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F8F36AF3-4476-4AE4-9851-6A6B92E97ADE}" type="pres">
      <dgm:prSet presAssocID="{A9EB9C75-5F78-4E03-8EC9-A92D7252E0F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D6B283E-8311-4C79-B8DF-AB84A712EFD3}" type="pres">
      <dgm:prSet presAssocID="{61E0E754-9505-4FC1-9287-8AB0E0B54F85}" presName="spacer" presStyleCnt="0"/>
      <dgm:spPr/>
    </dgm:pt>
    <dgm:pt modelId="{D85FE6A0-EEF6-435E-99A9-37594FF3DB64}" type="pres">
      <dgm:prSet presAssocID="{2E64200A-C003-429A-850B-F8271731E3B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E12B967-BFE3-4B2A-AABA-34CD1D971A5A}" type="pres">
      <dgm:prSet presAssocID="{EF796BCC-810F-4F3C-AE36-B7EB3E539B2D}" presName="spacer" presStyleCnt="0"/>
      <dgm:spPr/>
    </dgm:pt>
    <dgm:pt modelId="{B07A05B2-8502-4166-9FD3-68B7F2391EA3}" type="pres">
      <dgm:prSet presAssocID="{25F2BED2-85B9-40FF-AEA1-80CFD2ADFB1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96DEFDA-2F3A-4AE2-9E84-7CF85570F9A0}" type="pres">
      <dgm:prSet presAssocID="{E7810FDE-D4AE-4881-B2A1-12F96301F8AD}" presName="spacer" presStyleCnt="0"/>
      <dgm:spPr/>
    </dgm:pt>
    <dgm:pt modelId="{8ED24DE2-20E0-4428-8208-B419A0289212}" type="pres">
      <dgm:prSet presAssocID="{F9C8AD08-889A-4EC4-9438-8E42B040CF8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4276D5D-EFFE-4E84-B84C-7D0303CE160F}" type="presOf" srcId="{25F2BED2-85B9-40FF-AEA1-80CFD2ADFB1C}" destId="{B07A05B2-8502-4166-9FD3-68B7F2391EA3}" srcOrd="0" destOrd="0" presId="urn:microsoft.com/office/officeart/2005/8/layout/vList2"/>
    <dgm:cxn modelId="{BC7DCB6A-BE19-43C8-8211-F36FE7880A23}" type="presOf" srcId="{F9C8AD08-889A-4EC4-9438-8E42B040CF80}" destId="{8ED24DE2-20E0-4428-8208-B419A0289212}" srcOrd="0" destOrd="0" presId="urn:microsoft.com/office/officeart/2005/8/layout/vList2"/>
    <dgm:cxn modelId="{B6801B76-9739-4DFE-A1E8-7FF0810EF8A7}" type="presOf" srcId="{A9EB9C75-5F78-4E03-8EC9-A92D7252E0FD}" destId="{F8F36AF3-4476-4AE4-9851-6A6B92E97ADE}" srcOrd="0" destOrd="0" presId="urn:microsoft.com/office/officeart/2005/8/layout/vList2"/>
    <dgm:cxn modelId="{3A4AE576-884C-4063-8F1B-E885CFD5AD5E}" type="presOf" srcId="{2E64200A-C003-429A-850B-F8271731E3B5}" destId="{D85FE6A0-EEF6-435E-99A9-37594FF3DB64}" srcOrd="0" destOrd="0" presId="urn:microsoft.com/office/officeart/2005/8/layout/vList2"/>
    <dgm:cxn modelId="{ABBC0783-C838-42AA-8A55-E548D8E16D3D}" srcId="{8F622495-A4FE-428B-A799-52CC616907A8}" destId="{F9C8AD08-889A-4EC4-9438-8E42B040CF80}" srcOrd="3" destOrd="0" parTransId="{149D1A65-8317-439E-BB0B-3001D6FB9267}" sibTransId="{0068C154-2755-462C-A2FF-4FC1FEF91426}"/>
    <dgm:cxn modelId="{C7CE12BE-419B-4C64-BE44-7D65B00C7AA6}" srcId="{8F622495-A4FE-428B-A799-52CC616907A8}" destId="{2E64200A-C003-429A-850B-F8271731E3B5}" srcOrd="1" destOrd="0" parTransId="{4206762E-F892-4E86-948B-D3206E74FCC7}" sibTransId="{EF796BCC-810F-4F3C-AE36-B7EB3E539B2D}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BFB1FECB-9327-4A6E-AE6F-80EFE4130E93}" srcId="{8F622495-A4FE-428B-A799-52CC616907A8}" destId="{25F2BED2-85B9-40FF-AEA1-80CFD2ADFB1C}" srcOrd="2" destOrd="0" parTransId="{F3804C1D-1740-4405-AFBE-1B20D563E8FD}" sibTransId="{E7810FDE-D4AE-4881-B2A1-12F96301F8AD}"/>
    <dgm:cxn modelId="{4C4369D8-B501-4227-952C-2EFA02B26C11}" srcId="{8F622495-A4FE-428B-A799-52CC616907A8}" destId="{A9EB9C75-5F78-4E03-8EC9-A92D7252E0FD}" srcOrd="0" destOrd="0" parTransId="{A12D495F-1F70-4DDE-8F0B-FE4812F148CF}" sibTransId="{61E0E754-9505-4FC1-9287-8AB0E0B54F85}"/>
    <dgm:cxn modelId="{6FB08230-1373-437C-A6CC-9A282141B040}" type="presParOf" srcId="{1E2CB9EA-2E0B-4CB4-AB77-CCE0F8F6413F}" destId="{F8F36AF3-4476-4AE4-9851-6A6B92E97ADE}" srcOrd="0" destOrd="0" presId="urn:microsoft.com/office/officeart/2005/8/layout/vList2"/>
    <dgm:cxn modelId="{FEB36CCF-8EA3-4FE5-ABD2-061D6A1E31B9}" type="presParOf" srcId="{1E2CB9EA-2E0B-4CB4-AB77-CCE0F8F6413F}" destId="{7D6B283E-8311-4C79-B8DF-AB84A712EFD3}" srcOrd="1" destOrd="0" presId="urn:microsoft.com/office/officeart/2005/8/layout/vList2"/>
    <dgm:cxn modelId="{9CFD9512-1D6B-42EE-B436-437B56302BA7}" type="presParOf" srcId="{1E2CB9EA-2E0B-4CB4-AB77-CCE0F8F6413F}" destId="{D85FE6A0-EEF6-435E-99A9-37594FF3DB64}" srcOrd="2" destOrd="0" presId="urn:microsoft.com/office/officeart/2005/8/layout/vList2"/>
    <dgm:cxn modelId="{90FB3099-158A-4753-8D6D-2BB153DA5EF4}" type="presParOf" srcId="{1E2CB9EA-2E0B-4CB4-AB77-CCE0F8F6413F}" destId="{5E12B967-BFE3-4B2A-AABA-34CD1D971A5A}" srcOrd="3" destOrd="0" presId="urn:microsoft.com/office/officeart/2005/8/layout/vList2"/>
    <dgm:cxn modelId="{1AB18F5E-A100-4ADB-AB36-85B370F0A592}" type="presParOf" srcId="{1E2CB9EA-2E0B-4CB4-AB77-CCE0F8F6413F}" destId="{B07A05B2-8502-4166-9FD3-68B7F2391EA3}" srcOrd="4" destOrd="0" presId="urn:microsoft.com/office/officeart/2005/8/layout/vList2"/>
    <dgm:cxn modelId="{84C48BF4-6BDD-482A-993A-8981A2B4AE44}" type="presParOf" srcId="{1E2CB9EA-2E0B-4CB4-AB77-CCE0F8F6413F}" destId="{E96DEFDA-2F3A-4AE2-9E84-7CF85570F9A0}" srcOrd="5" destOrd="0" presId="urn:microsoft.com/office/officeart/2005/8/layout/vList2"/>
    <dgm:cxn modelId="{F7B00CD1-4234-4496-B70D-DF56A700D52D}" type="presParOf" srcId="{1E2CB9EA-2E0B-4CB4-AB77-CCE0F8F6413F}" destId="{8ED24DE2-20E0-4428-8208-B419A028921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A9EB9C75-5F78-4E03-8EC9-A92D7252E0FD}">
      <dgm:prSet/>
      <dgm:spPr/>
      <dgm:t>
        <a:bodyPr/>
        <a:lstStyle/>
        <a:p>
          <a:r>
            <a:rPr lang="en-US" b="1"/>
            <a:t>Goal:</a:t>
          </a:r>
          <a:r>
            <a:rPr lang="en-US"/>
            <a:t> Allow the LLM (like Llama 3) to execute custom Python functions (tools) to fetch </a:t>
          </a:r>
          <a:r>
            <a:rPr lang="en-US" b="1"/>
            <a:t>live data</a:t>
          </a:r>
          <a:r>
            <a:rPr lang="en-US"/>
            <a:t> (e.g., crypto prices) or run complex logic.</a:t>
          </a:r>
          <a:endParaRPr lang="en-IN"/>
        </a:p>
      </dgm:t>
    </dgm:pt>
    <dgm:pt modelId="{A12D495F-1F70-4DDE-8F0B-FE4812F148CF}" type="parTrans" cxnId="{4C4369D8-B501-4227-952C-2EFA02B26C11}">
      <dgm:prSet/>
      <dgm:spPr/>
      <dgm:t>
        <a:bodyPr/>
        <a:lstStyle/>
        <a:p>
          <a:endParaRPr lang="en-IN"/>
        </a:p>
      </dgm:t>
    </dgm:pt>
    <dgm:pt modelId="{61E0E754-9505-4FC1-9287-8AB0E0B54F85}" type="sibTrans" cxnId="{4C4369D8-B501-4227-952C-2EFA02B26C11}">
      <dgm:prSet/>
      <dgm:spPr/>
      <dgm:t>
        <a:bodyPr/>
        <a:lstStyle/>
        <a:p>
          <a:endParaRPr lang="en-IN"/>
        </a:p>
      </dgm:t>
    </dgm:pt>
    <dgm:pt modelId="{A6DC82DE-04C1-4FFA-B523-9A58F61F4B25}">
      <dgm:prSet/>
      <dgm:spPr/>
      <dgm:t>
        <a:bodyPr/>
        <a:lstStyle/>
        <a:p>
          <a:pPr>
            <a:buNone/>
          </a:pPr>
          <a:r>
            <a:rPr lang="en-US" b="1"/>
            <a:t>Process:</a:t>
          </a:r>
          <a:r>
            <a:rPr lang="en-US"/>
            <a:t> The LLM's prompt includes the tool schemas (bind_tools). The LLM decides to call the tool and generates a </a:t>
          </a:r>
          <a:r>
            <a:rPr lang="en-US" b="1"/>
            <a:t>structured JSON output</a:t>
          </a:r>
          <a:r>
            <a:rPr lang="en-US"/>
            <a:t>.</a:t>
          </a:r>
        </a:p>
      </dgm:t>
    </dgm:pt>
    <dgm:pt modelId="{7CC9FC33-97CC-4E5B-B116-DE2321B3E05D}" type="parTrans" cxnId="{5B7F1754-9330-434D-87B3-91D12410BF3E}">
      <dgm:prSet/>
      <dgm:spPr/>
      <dgm:t>
        <a:bodyPr/>
        <a:lstStyle/>
        <a:p>
          <a:endParaRPr lang="en-IN"/>
        </a:p>
      </dgm:t>
    </dgm:pt>
    <dgm:pt modelId="{A99BDDD5-A3EE-4944-B4A4-D3902A6BA14A}" type="sibTrans" cxnId="{5B7F1754-9330-434D-87B3-91D12410BF3E}">
      <dgm:prSet/>
      <dgm:spPr/>
      <dgm:t>
        <a:bodyPr/>
        <a:lstStyle/>
        <a:p>
          <a:endParaRPr lang="en-IN"/>
        </a:p>
      </dgm:t>
    </dgm:pt>
    <dgm:pt modelId="{54DB3E33-FEF4-4803-869E-957170CC1AEA}">
      <dgm:prSet/>
      <dgm:spPr/>
      <dgm:t>
        <a:bodyPr/>
        <a:lstStyle/>
        <a:p>
          <a:pPr>
            <a:buNone/>
          </a:pPr>
          <a:r>
            <a:rPr lang="en-US" b="1"/>
            <a:t>Tool Definition:</a:t>
          </a:r>
          <a:r>
            <a:rPr lang="en-US"/>
            <a:t> Uses the @tool decorator and Pydantic schemas to strictly define the tool's input.</a:t>
          </a:r>
        </a:p>
      </dgm:t>
    </dgm:pt>
    <dgm:pt modelId="{4C4B5FF6-018D-4A0B-9AB2-1787EC929DA2}" type="parTrans" cxnId="{610BA168-B334-44EF-9066-CFCD4A22D16A}">
      <dgm:prSet/>
      <dgm:spPr/>
      <dgm:t>
        <a:bodyPr/>
        <a:lstStyle/>
        <a:p>
          <a:endParaRPr lang="en-IN"/>
        </a:p>
      </dgm:t>
    </dgm:pt>
    <dgm:pt modelId="{55785861-44AB-4FA1-8C86-38E8A51CD677}" type="sibTrans" cxnId="{610BA168-B334-44EF-9066-CFCD4A22D16A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F8F36AF3-4476-4AE4-9851-6A6B92E97ADE}" type="pres">
      <dgm:prSet presAssocID="{A9EB9C75-5F78-4E03-8EC9-A92D7252E0F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D6B283E-8311-4C79-B8DF-AB84A712EFD3}" type="pres">
      <dgm:prSet presAssocID="{61E0E754-9505-4FC1-9287-8AB0E0B54F85}" presName="spacer" presStyleCnt="0"/>
      <dgm:spPr/>
    </dgm:pt>
    <dgm:pt modelId="{050B30E3-6AA1-4128-82D2-70782144777A}" type="pres">
      <dgm:prSet presAssocID="{A6DC82DE-04C1-4FFA-B523-9A58F61F4B2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65EBE1D-33F1-465F-AEF8-B5C7C9AAD16D}" type="pres">
      <dgm:prSet presAssocID="{A99BDDD5-A3EE-4944-B4A4-D3902A6BA14A}" presName="spacer" presStyleCnt="0"/>
      <dgm:spPr/>
    </dgm:pt>
    <dgm:pt modelId="{8C75735B-9312-4722-9322-9F6A9B4EBCCB}" type="pres">
      <dgm:prSet presAssocID="{54DB3E33-FEF4-4803-869E-957170CC1AE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10BA168-B334-44EF-9066-CFCD4A22D16A}" srcId="{8F622495-A4FE-428B-A799-52CC616907A8}" destId="{54DB3E33-FEF4-4803-869E-957170CC1AEA}" srcOrd="2" destOrd="0" parTransId="{4C4B5FF6-018D-4A0B-9AB2-1787EC929DA2}" sibTransId="{55785861-44AB-4FA1-8C86-38E8A51CD677}"/>
    <dgm:cxn modelId="{5B7F1754-9330-434D-87B3-91D12410BF3E}" srcId="{8F622495-A4FE-428B-A799-52CC616907A8}" destId="{A6DC82DE-04C1-4FFA-B523-9A58F61F4B25}" srcOrd="1" destOrd="0" parTransId="{7CC9FC33-97CC-4E5B-B116-DE2321B3E05D}" sibTransId="{A99BDDD5-A3EE-4944-B4A4-D3902A6BA14A}"/>
    <dgm:cxn modelId="{B6801B76-9739-4DFE-A1E8-7FF0810EF8A7}" type="presOf" srcId="{A9EB9C75-5F78-4E03-8EC9-A92D7252E0FD}" destId="{F8F36AF3-4476-4AE4-9851-6A6B92E97ADE}" srcOrd="0" destOrd="0" presId="urn:microsoft.com/office/officeart/2005/8/layout/vList2"/>
    <dgm:cxn modelId="{B200397F-E1C0-48A4-A84C-ABAF4FB2C735}" type="presOf" srcId="{A6DC82DE-04C1-4FFA-B523-9A58F61F4B25}" destId="{050B30E3-6AA1-4128-82D2-70782144777A}" srcOrd="0" destOrd="0" presId="urn:microsoft.com/office/officeart/2005/8/layout/vList2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E2735BC9-D7FF-48FC-93BD-6D2E5204ECB7}" type="presOf" srcId="{54DB3E33-FEF4-4803-869E-957170CC1AEA}" destId="{8C75735B-9312-4722-9322-9F6A9B4EBCCB}" srcOrd="0" destOrd="0" presId="urn:microsoft.com/office/officeart/2005/8/layout/vList2"/>
    <dgm:cxn modelId="{4C4369D8-B501-4227-952C-2EFA02B26C11}" srcId="{8F622495-A4FE-428B-A799-52CC616907A8}" destId="{A9EB9C75-5F78-4E03-8EC9-A92D7252E0FD}" srcOrd="0" destOrd="0" parTransId="{A12D495F-1F70-4DDE-8F0B-FE4812F148CF}" sibTransId="{61E0E754-9505-4FC1-9287-8AB0E0B54F85}"/>
    <dgm:cxn modelId="{6FB08230-1373-437C-A6CC-9A282141B040}" type="presParOf" srcId="{1E2CB9EA-2E0B-4CB4-AB77-CCE0F8F6413F}" destId="{F8F36AF3-4476-4AE4-9851-6A6B92E97ADE}" srcOrd="0" destOrd="0" presId="urn:microsoft.com/office/officeart/2005/8/layout/vList2"/>
    <dgm:cxn modelId="{FEB36CCF-8EA3-4FE5-ABD2-061D6A1E31B9}" type="presParOf" srcId="{1E2CB9EA-2E0B-4CB4-AB77-CCE0F8F6413F}" destId="{7D6B283E-8311-4C79-B8DF-AB84A712EFD3}" srcOrd="1" destOrd="0" presId="urn:microsoft.com/office/officeart/2005/8/layout/vList2"/>
    <dgm:cxn modelId="{64894189-675E-42A4-A321-DA5577BBF531}" type="presParOf" srcId="{1E2CB9EA-2E0B-4CB4-AB77-CCE0F8F6413F}" destId="{050B30E3-6AA1-4128-82D2-70782144777A}" srcOrd="2" destOrd="0" presId="urn:microsoft.com/office/officeart/2005/8/layout/vList2"/>
    <dgm:cxn modelId="{D5C92FD3-CC07-4684-BC50-5DF7D4CCED26}" type="presParOf" srcId="{1E2CB9EA-2E0B-4CB4-AB77-CCE0F8F6413F}" destId="{465EBE1D-33F1-465F-AEF8-B5C7C9AAD16D}" srcOrd="3" destOrd="0" presId="urn:microsoft.com/office/officeart/2005/8/layout/vList2"/>
    <dgm:cxn modelId="{C0ED7CEF-6564-4A0F-B839-202F54FD2F5F}" type="presParOf" srcId="{1E2CB9EA-2E0B-4CB4-AB77-CCE0F8F6413F}" destId="{8C75735B-9312-4722-9322-9F6A9B4EBCC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3F17A786-7B04-446C-BDCC-9234C79F4A47}">
      <dgm:prSet/>
      <dgm:spPr/>
      <dgm:t>
        <a:bodyPr/>
        <a:lstStyle/>
        <a:p>
          <a:pPr>
            <a:buNone/>
          </a:pPr>
          <a:r>
            <a:rPr lang="en-US" b="1"/>
            <a:t>Definition:</a:t>
          </a:r>
          <a:r>
            <a:rPr lang="en-US"/>
            <a:t> Metadata filtering involves applying </a:t>
          </a:r>
          <a:r>
            <a:rPr lang="en-US" b="1"/>
            <a:t>structured constraints</a:t>
          </a:r>
          <a:r>
            <a:rPr lang="en-US"/>
            <a:t> (like dates, tags, IDs, user permissions) to the documents stored in a vector database </a:t>
          </a:r>
          <a:r>
            <a:rPr lang="en-US" i="1"/>
            <a:t>before</a:t>
          </a:r>
          <a:r>
            <a:rPr lang="en-US"/>
            <a:t> the vector similarity search is performed or </a:t>
          </a:r>
          <a:r>
            <a:rPr lang="en-US" i="1"/>
            <a:t>after</a:t>
          </a:r>
          <a:r>
            <a:rPr lang="en-US"/>
            <a:t> an initial search.</a:t>
          </a:r>
        </a:p>
      </dgm:t>
    </dgm:pt>
    <dgm:pt modelId="{D63A8A15-37A1-4BBC-A073-5CB8A9C5378A}" type="parTrans" cxnId="{CA1A8A0C-F891-4F05-A6CC-0A6314F523C1}">
      <dgm:prSet/>
      <dgm:spPr/>
      <dgm:t>
        <a:bodyPr/>
        <a:lstStyle/>
        <a:p>
          <a:endParaRPr lang="en-IN"/>
        </a:p>
      </dgm:t>
    </dgm:pt>
    <dgm:pt modelId="{E837FDFA-E4FE-4684-AA2E-CF4C348A4F0B}" type="sibTrans" cxnId="{CA1A8A0C-F891-4F05-A6CC-0A6314F523C1}">
      <dgm:prSet/>
      <dgm:spPr/>
      <dgm:t>
        <a:bodyPr/>
        <a:lstStyle/>
        <a:p>
          <a:endParaRPr lang="en-IN"/>
        </a:p>
      </dgm:t>
    </dgm:pt>
    <dgm:pt modelId="{C172E2E1-B775-4D60-96EB-5C30497F4986}">
      <dgm:prSet/>
      <dgm:spPr/>
      <dgm:t>
        <a:bodyPr/>
        <a:lstStyle/>
        <a:p>
          <a:pPr>
            <a:buNone/>
          </a:pPr>
          <a:r>
            <a:rPr lang="en-US" b="1"/>
            <a:t>Purpose:</a:t>
          </a:r>
          <a:r>
            <a:rPr lang="en-US"/>
            <a:t> To </a:t>
          </a:r>
          <a:r>
            <a:rPr lang="en-US" b="1"/>
            <a:t>limit the search space</a:t>
          </a:r>
          <a:r>
            <a:rPr lang="en-US"/>
            <a:t> and </a:t>
          </a:r>
          <a:r>
            <a:rPr lang="en-US" b="1"/>
            <a:t>improve retrieval accuracy</a:t>
          </a:r>
          <a:r>
            <a:rPr lang="en-US"/>
            <a:t> by excluding irrelevant documents that might otherwise be semantically similar. This prevents the LLM from hallucinating based on outdated, unauthorized, or contextually inappropriate information.</a:t>
          </a:r>
        </a:p>
      </dgm:t>
    </dgm:pt>
    <dgm:pt modelId="{5A0869BD-B89C-432E-BA83-40EF88BDF82C}" type="parTrans" cxnId="{0E40DC8F-CDF8-4BA6-B3C1-32A5B47F725A}">
      <dgm:prSet/>
      <dgm:spPr/>
      <dgm:t>
        <a:bodyPr/>
        <a:lstStyle/>
        <a:p>
          <a:endParaRPr lang="en-IN"/>
        </a:p>
      </dgm:t>
    </dgm:pt>
    <dgm:pt modelId="{D8E24C21-F1A0-4505-8B50-FB93D0C75F61}" type="sibTrans" cxnId="{0E40DC8F-CDF8-4BA6-B3C1-32A5B47F725A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F46FB575-3125-4DB6-844F-F03FA845DF68}" type="pres">
      <dgm:prSet presAssocID="{3F17A786-7B04-446C-BDCC-9234C79F4A4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2878427-5BAC-4478-BE1D-25340AA2BA24}" type="pres">
      <dgm:prSet presAssocID="{E837FDFA-E4FE-4684-AA2E-CF4C348A4F0B}" presName="spacer" presStyleCnt="0"/>
      <dgm:spPr/>
    </dgm:pt>
    <dgm:pt modelId="{2CFE7DBA-3DCF-49D2-AD42-9C82F1FA7C57}" type="pres">
      <dgm:prSet presAssocID="{C172E2E1-B775-4D60-96EB-5C30497F498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A1A8A0C-F891-4F05-A6CC-0A6314F523C1}" srcId="{8F622495-A4FE-428B-A799-52CC616907A8}" destId="{3F17A786-7B04-446C-BDCC-9234C79F4A47}" srcOrd="0" destOrd="0" parTransId="{D63A8A15-37A1-4BBC-A073-5CB8A9C5378A}" sibTransId="{E837FDFA-E4FE-4684-AA2E-CF4C348A4F0B}"/>
    <dgm:cxn modelId="{687D843A-AFFB-4C50-A02A-87F959EB6101}" type="presOf" srcId="{3F17A786-7B04-446C-BDCC-9234C79F4A47}" destId="{F46FB575-3125-4DB6-844F-F03FA845DF68}" srcOrd="0" destOrd="0" presId="urn:microsoft.com/office/officeart/2005/8/layout/vList2"/>
    <dgm:cxn modelId="{A839A93D-19BC-42FD-8CD7-8BC8F7C26354}" type="presOf" srcId="{C172E2E1-B775-4D60-96EB-5C30497F4986}" destId="{2CFE7DBA-3DCF-49D2-AD42-9C82F1FA7C57}" srcOrd="0" destOrd="0" presId="urn:microsoft.com/office/officeart/2005/8/layout/vList2"/>
    <dgm:cxn modelId="{0E40DC8F-CDF8-4BA6-B3C1-32A5B47F725A}" srcId="{8F622495-A4FE-428B-A799-52CC616907A8}" destId="{C172E2E1-B775-4D60-96EB-5C30497F4986}" srcOrd="1" destOrd="0" parTransId="{5A0869BD-B89C-432E-BA83-40EF88BDF82C}" sibTransId="{D8E24C21-F1A0-4505-8B50-FB93D0C75F61}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FC5C45DB-C617-45B8-AB49-43ED83A0BB33}" type="presParOf" srcId="{1E2CB9EA-2E0B-4CB4-AB77-CCE0F8F6413F}" destId="{F46FB575-3125-4DB6-844F-F03FA845DF68}" srcOrd="0" destOrd="0" presId="urn:microsoft.com/office/officeart/2005/8/layout/vList2"/>
    <dgm:cxn modelId="{B81DF862-826F-43DA-9215-0FE828B94CCF}" type="presParOf" srcId="{1E2CB9EA-2E0B-4CB4-AB77-CCE0F8F6413F}" destId="{32878427-5BAC-4478-BE1D-25340AA2BA24}" srcOrd="1" destOrd="0" presId="urn:microsoft.com/office/officeart/2005/8/layout/vList2"/>
    <dgm:cxn modelId="{48ADE5EE-B2A8-4998-A950-1B8471566F19}" type="presParOf" srcId="{1E2CB9EA-2E0B-4CB4-AB77-CCE0F8F6413F}" destId="{2CFE7DBA-3DCF-49D2-AD42-9C82F1FA7C5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3F17A786-7B04-446C-BDCC-9234C79F4A47}">
      <dgm:prSet/>
      <dgm:spPr/>
      <dgm:t>
        <a:bodyPr/>
        <a:lstStyle/>
        <a:p>
          <a:pPr>
            <a:buNone/>
          </a:pPr>
          <a:r>
            <a:rPr lang="en-US" b="1"/>
            <a:t>Ingestion:</a:t>
          </a:r>
          <a:r>
            <a:rPr lang="en-US"/>
            <a:t> When documents are converted into vectors (embeddings) and stored in the vector database, they are accompanied by a </a:t>
          </a:r>
          <a:r>
            <a:rPr lang="en-US" b="1"/>
            <a:t>metadata dictionary</a:t>
          </a:r>
          <a:r>
            <a:rPr lang="en-US"/>
            <a:t> containing structured information (e.g., {"author": "John Doe", "year": 2023}).</a:t>
          </a:r>
          <a:endParaRPr lang="en-US" dirty="0"/>
        </a:p>
      </dgm:t>
    </dgm:pt>
    <dgm:pt modelId="{D63A8A15-37A1-4BBC-A073-5CB8A9C5378A}" type="parTrans" cxnId="{CA1A8A0C-F891-4F05-A6CC-0A6314F523C1}">
      <dgm:prSet/>
      <dgm:spPr/>
      <dgm:t>
        <a:bodyPr/>
        <a:lstStyle/>
        <a:p>
          <a:endParaRPr lang="en-IN"/>
        </a:p>
      </dgm:t>
    </dgm:pt>
    <dgm:pt modelId="{E837FDFA-E4FE-4684-AA2E-CF4C348A4F0B}" type="sibTrans" cxnId="{CA1A8A0C-F891-4F05-A6CC-0A6314F523C1}">
      <dgm:prSet/>
      <dgm:spPr/>
      <dgm:t>
        <a:bodyPr/>
        <a:lstStyle/>
        <a:p>
          <a:endParaRPr lang="en-IN"/>
        </a:p>
      </dgm:t>
    </dgm:pt>
    <dgm:pt modelId="{E70F696B-1CCE-4E6B-B08C-2464260735A7}">
      <dgm:prSet/>
      <dgm:spPr/>
      <dgm:t>
        <a:bodyPr/>
        <a:lstStyle/>
        <a:p>
          <a:pPr>
            <a:buNone/>
          </a:pPr>
          <a:r>
            <a:rPr lang="en-US" b="1"/>
            <a:t>Query:</a:t>
          </a:r>
          <a:r>
            <a:rPr lang="en-US"/>
            <a:t> A user's query is processed, and the system extracts two parts:</a:t>
          </a:r>
        </a:p>
      </dgm:t>
    </dgm:pt>
    <dgm:pt modelId="{55480B20-F8BF-4F25-87ED-91BFADE38AAC}" type="parTrans" cxnId="{DEDA4CB4-0AA3-4B37-8AAB-3048D52EF789}">
      <dgm:prSet/>
      <dgm:spPr/>
      <dgm:t>
        <a:bodyPr/>
        <a:lstStyle/>
        <a:p>
          <a:endParaRPr lang="en-IN"/>
        </a:p>
      </dgm:t>
    </dgm:pt>
    <dgm:pt modelId="{FE2F755D-4EAF-4234-8EDC-BEB9D0BAB1DD}" type="sibTrans" cxnId="{DEDA4CB4-0AA3-4B37-8AAB-3048D52EF789}">
      <dgm:prSet/>
      <dgm:spPr/>
      <dgm:t>
        <a:bodyPr/>
        <a:lstStyle/>
        <a:p>
          <a:endParaRPr lang="en-IN"/>
        </a:p>
      </dgm:t>
    </dgm:pt>
    <dgm:pt modelId="{B7AF1200-F386-485A-9B0C-257CB1C2CDF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The </a:t>
          </a:r>
          <a:r>
            <a:rPr lang="en-US" b="1"/>
            <a:t>vector query</a:t>
          </a:r>
          <a:r>
            <a:rPr lang="en-US"/>
            <a:t> (for semantic search).</a:t>
          </a:r>
        </a:p>
      </dgm:t>
    </dgm:pt>
    <dgm:pt modelId="{21D15C71-4B93-47CC-A811-9E048EB44E7D}" type="parTrans" cxnId="{D8FB3A2A-116E-4EB0-8C9B-7A109422C599}">
      <dgm:prSet/>
      <dgm:spPr/>
      <dgm:t>
        <a:bodyPr/>
        <a:lstStyle/>
        <a:p>
          <a:endParaRPr lang="en-IN"/>
        </a:p>
      </dgm:t>
    </dgm:pt>
    <dgm:pt modelId="{C16697F1-4D02-4C63-9468-7D46DEF4B38C}" type="sibTrans" cxnId="{D8FB3A2A-116E-4EB0-8C9B-7A109422C599}">
      <dgm:prSet/>
      <dgm:spPr/>
      <dgm:t>
        <a:bodyPr/>
        <a:lstStyle/>
        <a:p>
          <a:endParaRPr lang="en-IN"/>
        </a:p>
      </dgm:t>
    </dgm:pt>
    <dgm:pt modelId="{FE268E43-D0B6-47B1-B915-5F4F580C5C1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The </a:t>
          </a:r>
          <a:r>
            <a:rPr lang="en-US" b="1"/>
            <a:t>metadata filter</a:t>
          </a:r>
          <a:r>
            <a:rPr lang="en-US"/>
            <a:t> (for structured search), often derived from the query or predefined by the application logic (e.g., "only documents written in 2024").</a:t>
          </a:r>
        </a:p>
      </dgm:t>
    </dgm:pt>
    <dgm:pt modelId="{F79E66B7-B3EA-447F-8CE3-930BC171327B}" type="parTrans" cxnId="{1317FF21-2EAE-476E-A66D-96813A4D7A22}">
      <dgm:prSet/>
      <dgm:spPr/>
      <dgm:t>
        <a:bodyPr/>
        <a:lstStyle/>
        <a:p>
          <a:endParaRPr lang="en-IN"/>
        </a:p>
      </dgm:t>
    </dgm:pt>
    <dgm:pt modelId="{6216CCD8-8967-4784-B50E-677EDD4AB07B}" type="sibTrans" cxnId="{1317FF21-2EAE-476E-A66D-96813A4D7A22}">
      <dgm:prSet/>
      <dgm:spPr/>
      <dgm:t>
        <a:bodyPr/>
        <a:lstStyle/>
        <a:p>
          <a:endParaRPr lang="en-IN"/>
        </a:p>
      </dgm:t>
    </dgm:pt>
    <dgm:pt modelId="{0752146B-69C0-44B3-B22B-CA105F324BDA}">
      <dgm:prSet/>
      <dgm:spPr/>
      <dgm:t>
        <a:bodyPr/>
        <a:lstStyle/>
        <a:p>
          <a:pPr>
            <a:buNone/>
          </a:pPr>
          <a:r>
            <a:rPr lang="en-US" b="1"/>
            <a:t>Filtering:</a:t>
          </a:r>
          <a:r>
            <a:rPr lang="en-US"/>
            <a:t> The vector database first applies the metadata filter, restricting the search to a subset of documents.</a:t>
          </a:r>
        </a:p>
      </dgm:t>
    </dgm:pt>
    <dgm:pt modelId="{20F10E94-2249-4AB0-BA48-79DBA7756C21}" type="parTrans" cxnId="{B19A7413-457E-4F09-BCD9-B42CE859400A}">
      <dgm:prSet/>
      <dgm:spPr/>
      <dgm:t>
        <a:bodyPr/>
        <a:lstStyle/>
        <a:p>
          <a:endParaRPr lang="en-IN"/>
        </a:p>
      </dgm:t>
    </dgm:pt>
    <dgm:pt modelId="{EA5A1542-8198-42C0-BF00-1EAC5F4D08AE}" type="sibTrans" cxnId="{B19A7413-457E-4F09-BCD9-B42CE859400A}">
      <dgm:prSet/>
      <dgm:spPr/>
      <dgm:t>
        <a:bodyPr/>
        <a:lstStyle/>
        <a:p>
          <a:endParaRPr lang="en-IN"/>
        </a:p>
      </dgm:t>
    </dgm:pt>
    <dgm:pt modelId="{F6A435B6-B606-4BFE-88DC-C8BC8D60F809}">
      <dgm:prSet/>
      <dgm:spPr/>
      <dgm:t>
        <a:bodyPr/>
        <a:lstStyle/>
        <a:p>
          <a:pPr>
            <a:buNone/>
          </a:pPr>
          <a:r>
            <a:rPr lang="en-US" b="1"/>
            <a:t>Vector Search:</a:t>
          </a:r>
          <a:r>
            <a:rPr lang="en-US"/>
            <a:t> The semantic search (KNN/cosine similarity) is then run only on the </a:t>
          </a:r>
          <a:r>
            <a:rPr lang="en-US" b="1"/>
            <a:t>filtered subset</a:t>
          </a:r>
          <a:r>
            <a:rPr lang="en-US"/>
            <a:t>.</a:t>
          </a:r>
        </a:p>
      </dgm:t>
    </dgm:pt>
    <dgm:pt modelId="{49F65187-197E-41DD-8B43-FFEFE2E2AED2}" type="parTrans" cxnId="{15EE18FC-CD11-4D12-B1DD-58F6DF982759}">
      <dgm:prSet/>
      <dgm:spPr/>
      <dgm:t>
        <a:bodyPr/>
        <a:lstStyle/>
        <a:p>
          <a:endParaRPr lang="en-IN"/>
        </a:p>
      </dgm:t>
    </dgm:pt>
    <dgm:pt modelId="{2117BCC7-EF3C-4350-94B3-E8268F442F63}" type="sibTrans" cxnId="{15EE18FC-CD11-4D12-B1DD-58F6DF982759}">
      <dgm:prSet/>
      <dgm:spPr/>
      <dgm:t>
        <a:bodyPr/>
        <a:lstStyle/>
        <a:p>
          <a:endParaRPr lang="en-IN"/>
        </a:p>
      </dgm:t>
    </dgm:pt>
    <dgm:pt modelId="{E7E49A33-E8E3-4335-AD2B-116820E4F0E2}">
      <dgm:prSet/>
      <dgm:spPr/>
      <dgm:t>
        <a:bodyPr/>
        <a:lstStyle/>
        <a:p>
          <a:pPr>
            <a:buNone/>
          </a:pPr>
          <a:r>
            <a:rPr lang="en-US" b="1"/>
            <a:t>Retrieval:</a:t>
          </a:r>
          <a:r>
            <a:rPr lang="en-US"/>
            <a:t> The top </a:t>
          </a:r>
          <a:r>
            <a:rPr lang="en-US" i="1"/>
            <a:t>k</a:t>
          </a:r>
          <a:r>
            <a:rPr lang="en-US"/>
            <a:t> most relevant documents from the filtered subset are returned to the RAG pipeline</a:t>
          </a:r>
        </a:p>
      </dgm:t>
    </dgm:pt>
    <dgm:pt modelId="{F7FF5974-2CAE-45F5-9CBF-B1BDF642C0A4}" type="parTrans" cxnId="{51C6A1AC-922A-4650-A49B-C839BCDD7E94}">
      <dgm:prSet/>
      <dgm:spPr/>
      <dgm:t>
        <a:bodyPr/>
        <a:lstStyle/>
        <a:p>
          <a:endParaRPr lang="en-IN"/>
        </a:p>
      </dgm:t>
    </dgm:pt>
    <dgm:pt modelId="{E2159529-1FB8-42AA-97C8-44B9B83B93BF}" type="sibTrans" cxnId="{51C6A1AC-922A-4650-A49B-C839BCDD7E94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F46FB575-3125-4DB6-844F-F03FA845DF68}" type="pres">
      <dgm:prSet presAssocID="{3F17A786-7B04-446C-BDCC-9234C79F4A47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32878427-5BAC-4478-BE1D-25340AA2BA24}" type="pres">
      <dgm:prSet presAssocID="{E837FDFA-E4FE-4684-AA2E-CF4C348A4F0B}" presName="spacer" presStyleCnt="0"/>
      <dgm:spPr/>
    </dgm:pt>
    <dgm:pt modelId="{1501D8CA-06DD-4E50-ABD7-EBA39E9E8141}" type="pres">
      <dgm:prSet presAssocID="{E70F696B-1CCE-4E6B-B08C-2464260735A7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A304C1C6-5E08-4C86-9D57-3C90C0D18ADF}" type="pres">
      <dgm:prSet presAssocID="{FE2F755D-4EAF-4234-8EDC-BEB9D0BAB1DD}" presName="spacer" presStyleCnt="0"/>
      <dgm:spPr/>
    </dgm:pt>
    <dgm:pt modelId="{A56EFA75-643C-45A8-9A0E-395DF9C8E6C0}" type="pres">
      <dgm:prSet presAssocID="{B7AF1200-F386-485A-9B0C-257CB1C2CDFA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C690A306-95FD-4596-8683-448C5E9A51F3}" type="pres">
      <dgm:prSet presAssocID="{C16697F1-4D02-4C63-9468-7D46DEF4B38C}" presName="spacer" presStyleCnt="0"/>
      <dgm:spPr/>
    </dgm:pt>
    <dgm:pt modelId="{61F1FA7B-8F79-4B76-81C9-C5CAEF6CE861}" type="pres">
      <dgm:prSet presAssocID="{FE268E43-D0B6-47B1-B915-5F4F580C5C11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1855D309-4E1E-4ED0-8C56-C6DB408506B9}" type="pres">
      <dgm:prSet presAssocID="{6216CCD8-8967-4784-B50E-677EDD4AB07B}" presName="spacer" presStyleCnt="0"/>
      <dgm:spPr/>
    </dgm:pt>
    <dgm:pt modelId="{E09BCA46-B5AB-4761-AAE1-AB9975DC58E4}" type="pres">
      <dgm:prSet presAssocID="{0752146B-69C0-44B3-B22B-CA105F324BDA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DD3D2BB3-C47A-4BE7-BB8B-E9CB0878F82F}" type="pres">
      <dgm:prSet presAssocID="{EA5A1542-8198-42C0-BF00-1EAC5F4D08AE}" presName="spacer" presStyleCnt="0"/>
      <dgm:spPr/>
    </dgm:pt>
    <dgm:pt modelId="{26D153C6-EC5D-4D8A-89FB-9A966A4CC5F5}" type="pres">
      <dgm:prSet presAssocID="{F6A435B6-B606-4BFE-88DC-C8BC8D60F809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267337C9-84A8-4829-9FD0-20A0683C24A6}" type="pres">
      <dgm:prSet presAssocID="{2117BCC7-EF3C-4350-94B3-E8268F442F63}" presName="spacer" presStyleCnt="0"/>
      <dgm:spPr/>
    </dgm:pt>
    <dgm:pt modelId="{FC105FCE-0D8E-4A03-AB1D-78F4E3D2D700}" type="pres">
      <dgm:prSet presAssocID="{E7E49A33-E8E3-4335-AD2B-116820E4F0E2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CA1A8A0C-F891-4F05-A6CC-0A6314F523C1}" srcId="{8F622495-A4FE-428B-A799-52CC616907A8}" destId="{3F17A786-7B04-446C-BDCC-9234C79F4A47}" srcOrd="0" destOrd="0" parTransId="{D63A8A15-37A1-4BBC-A073-5CB8A9C5378A}" sibTransId="{E837FDFA-E4FE-4684-AA2E-CF4C348A4F0B}"/>
    <dgm:cxn modelId="{FAC4A611-3F33-4D6F-81D4-073A7F9BA92D}" type="presOf" srcId="{0752146B-69C0-44B3-B22B-CA105F324BDA}" destId="{E09BCA46-B5AB-4761-AAE1-AB9975DC58E4}" srcOrd="0" destOrd="0" presId="urn:microsoft.com/office/officeart/2005/8/layout/vList2"/>
    <dgm:cxn modelId="{B19A7413-457E-4F09-BCD9-B42CE859400A}" srcId="{8F622495-A4FE-428B-A799-52CC616907A8}" destId="{0752146B-69C0-44B3-B22B-CA105F324BDA}" srcOrd="4" destOrd="0" parTransId="{20F10E94-2249-4AB0-BA48-79DBA7756C21}" sibTransId="{EA5A1542-8198-42C0-BF00-1EAC5F4D08AE}"/>
    <dgm:cxn modelId="{16EF4221-43B0-48E3-B9F8-1D034EA4C871}" type="presOf" srcId="{FE268E43-D0B6-47B1-B915-5F4F580C5C11}" destId="{61F1FA7B-8F79-4B76-81C9-C5CAEF6CE861}" srcOrd="0" destOrd="0" presId="urn:microsoft.com/office/officeart/2005/8/layout/vList2"/>
    <dgm:cxn modelId="{1317FF21-2EAE-476E-A66D-96813A4D7A22}" srcId="{8F622495-A4FE-428B-A799-52CC616907A8}" destId="{FE268E43-D0B6-47B1-B915-5F4F580C5C11}" srcOrd="3" destOrd="0" parTransId="{F79E66B7-B3EA-447F-8CE3-930BC171327B}" sibTransId="{6216CCD8-8967-4784-B50E-677EDD4AB07B}"/>
    <dgm:cxn modelId="{D8FB3A2A-116E-4EB0-8C9B-7A109422C599}" srcId="{8F622495-A4FE-428B-A799-52CC616907A8}" destId="{B7AF1200-F386-485A-9B0C-257CB1C2CDFA}" srcOrd="2" destOrd="0" parTransId="{21D15C71-4B93-47CC-A811-9E048EB44E7D}" sibTransId="{C16697F1-4D02-4C63-9468-7D46DEF4B38C}"/>
    <dgm:cxn modelId="{C6287537-B74C-4C2E-A818-BCEEF565363D}" type="presOf" srcId="{E7E49A33-E8E3-4335-AD2B-116820E4F0E2}" destId="{FC105FCE-0D8E-4A03-AB1D-78F4E3D2D700}" srcOrd="0" destOrd="0" presId="urn:microsoft.com/office/officeart/2005/8/layout/vList2"/>
    <dgm:cxn modelId="{687D843A-AFFB-4C50-A02A-87F959EB6101}" type="presOf" srcId="{3F17A786-7B04-446C-BDCC-9234C79F4A47}" destId="{F46FB575-3125-4DB6-844F-F03FA845DF68}" srcOrd="0" destOrd="0" presId="urn:microsoft.com/office/officeart/2005/8/layout/vList2"/>
    <dgm:cxn modelId="{131CED5F-F8DB-49C7-942B-E9835FCD1615}" type="presOf" srcId="{B7AF1200-F386-485A-9B0C-257CB1C2CDFA}" destId="{A56EFA75-643C-45A8-9A0E-395DF9C8E6C0}" srcOrd="0" destOrd="0" presId="urn:microsoft.com/office/officeart/2005/8/layout/vList2"/>
    <dgm:cxn modelId="{63C99065-AC5C-4370-B443-68CBFE82D462}" type="presOf" srcId="{F6A435B6-B606-4BFE-88DC-C8BC8D60F809}" destId="{26D153C6-EC5D-4D8A-89FB-9A966A4CC5F5}" srcOrd="0" destOrd="0" presId="urn:microsoft.com/office/officeart/2005/8/layout/vList2"/>
    <dgm:cxn modelId="{298AD7A9-AE41-4799-9717-42C2C6FCCF7D}" type="presOf" srcId="{E70F696B-1CCE-4E6B-B08C-2464260735A7}" destId="{1501D8CA-06DD-4E50-ABD7-EBA39E9E8141}" srcOrd="0" destOrd="0" presId="urn:microsoft.com/office/officeart/2005/8/layout/vList2"/>
    <dgm:cxn modelId="{51C6A1AC-922A-4650-A49B-C839BCDD7E94}" srcId="{8F622495-A4FE-428B-A799-52CC616907A8}" destId="{E7E49A33-E8E3-4335-AD2B-116820E4F0E2}" srcOrd="6" destOrd="0" parTransId="{F7FF5974-2CAE-45F5-9CBF-B1BDF642C0A4}" sibTransId="{E2159529-1FB8-42AA-97C8-44B9B83B93BF}"/>
    <dgm:cxn modelId="{DEDA4CB4-0AA3-4B37-8AAB-3048D52EF789}" srcId="{8F622495-A4FE-428B-A799-52CC616907A8}" destId="{E70F696B-1CCE-4E6B-B08C-2464260735A7}" srcOrd="1" destOrd="0" parTransId="{55480B20-F8BF-4F25-87ED-91BFADE38AAC}" sibTransId="{FE2F755D-4EAF-4234-8EDC-BEB9D0BAB1DD}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15EE18FC-CD11-4D12-B1DD-58F6DF982759}" srcId="{8F622495-A4FE-428B-A799-52CC616907A8}" destId="{F6A435B6-B606-4BFE-88DC-C8BC8D60F809}" srcOrd="5" destOrd="0" parTransId="{49F65187-197E-41DD-8B43-FFEFE2E2AED2}" sibTransId="{2117BCC7-EF3C-4350-94B3-E8268F442F63}"/>
    <dgm:cxn modelId="{FC5C45DB-C617-45B8-AB49-43ED83A0BB33}" type="presParOf" srcId="{1E2CB9EA-2E0B-4CB4-AB77-CCE0F8F6413F}" destId="{F46FB575-3125-4DB6-844F-F03FA845DF68}" srcOrd="0" destOrd="0" presId="urn:microsoft.com/office/officeart/2005/8/layout/vList2"/>
    <dgm:cxn modelId="{B81DF862-826F-43DA-9215-0FE828B94CCF}" type="presParOf" srcId="{1E2CB9EA-2E0B-4CB4-AB77-CCE0F8F6413F}" destId="{32878427-5BAC-4478-BE1D-25340AA2BA24}" srcOrd="1" destOrd="0" presId="urn:microsoft.com/office/officeart/2005/8/layout/vList2"/>
    <dgm:cxn modelId="{A97BEE3B-E079-46A7-9E25-2DA3A65AE308}" type="presParOf" srcId="{1E2CB9EA-2E0B-4CB4-AB77-CCE0F8F6413F}" destId="{1501D8CA-06DD-4E50-ABD7-EBA39E9E8141}" srcOrd="2" destOrd="0" presId="urn:microsoft.com/office/officeart/2005/8/layout/vList2"/>
    <dgm:cxn modelId="{23E29891-2338-4E8F-BC68-56F4A31FE1C5}" type="presParOf" srcId="{1E2CB9EA-2E0B-4CB4-AB77-CCE0F8F6413F}" destId="{A304C1C6-5E08-4C86-9D57-3C90C0D18ADF}" srcOrd="3" destOrd="0" presId="urn:microsoft.com/office/officeart/2005/8/layout/vList2"/>
    <dgm:cxn modelId="{1406249D-08BC-4D63-A40F-159FC697269E}" type="presParOf" srcId="{1E2CB9EA-2E0B-4CB4-AB77-CCE0F8F6413F}" destId="{A56EFA75-643C-45A8-9A0E-395DF9C8E6C0}" srcOrd="4" destOrd="0" presId="urn:microsoft.com/office/officeart/2005/8/layout/vList2"/>
    <dgm:cxn modelId="{0A468F02-C6D9-4E10-B914-DC156488FA0C}" type="presParOf" srcId="{1E2CB9EA-2E0B-4CB4-AB77-CCE0F8F6413F}" destId="{C690A306-95FD-4596-8683-448C5E9A51F3}" srcOrd="5" destOrd="0" presId="urn:microsoft.com/office/officeart/2005/8/layout/vList2"/>
    <dgm:cxn modelId="{D7CF0382-0CA4-4123-A7B9-A34C76A3E3F0}" type="presParOf" srcId="{1E2CB9EA-2E0B-4CB4-AB77-CCE0F8F6413F}" destId="{61F1FA7B-8F79-4B76-81C9-C5CAEF6CE861}" srcOrd="6" destOrd="0" presId="urn:microsoft.com/office/officeart/2005/8/layout/vList2"/>
    <dgm:cxn modelId="{48A15EE9-4604-47D5-8AA3-8159291616C3}" type="presParOf" srcId="{1E2CB9EA-2E0B-4CB4-AB77-CCE0F8F6413F}" destId="{1855D309-4E1E-4ED0-8C56-C6DB408506B9}" srcOrd="7" destOrd="0" presId="urn:microsoft.com/office/officeart/2005/8/layout/vList2"/>
    <dgm:cxn modelId="{601519FC-09A5-46B9-A608-20F67B77A5EC}" type="presParOf" srcId="{1E2CB9EA-2E0B-4CB4-AB77-CCE0F8F6413F}" destId="{E09BCA46-B5AB-4761-AAE1-AB9975DC58E4}" srcOrd="8" destOrd="0" presId="urn:microsoft.com/office/officeart/2005/8/layout/vList2"/>
    <dgm:cxn modelId="{2691E705-9523-4AA9-88D4-BD67750EB2DD}" type="presParOf" srcId="{1E2CB9EA-2E0B-4CB4-AB77-CCE0F8F6413F}" destId="{DD3D2BB3-C47A-4BE7-BB8B-E9CB0878F82F}" srcOrd="9" destOrd="0" presId="urn:microsoft.com/office/officeart/2005/8/layout/vList2"/>
    <dgm:cxn modelId="{D6D5F3DA-3AC7-45AB-AD64-F129C232893B}" type="presParOf" srcId="{1E2CB9EA-2E0B-4CB4-AB77-CCE0F8F6413F}" destId="{26D153C6-EC5D-4D8A-89FB-9A966A4CC5F5}" srcOrd="10" destOrd="0" presId="urn:microsoft.com/office/officeart/2005/8/layout/vList2"/>
    <dgm:cxn modelId="{F2D70F51-FCAB-4003-9A60-074BDF34D58E}" type="presParOf" srcId="{1E2CB9EA-2E0B-4CB4-AB77-CCE0F8F6413F}" destId="{267337C9-84A8-4829-9FD0-20A0683C24A6}" srcOrd="11" destOrd="0" presId="urn:microsoft.com/office/officeart/2005/8/layout/vList2"/>
    <dgm:cxn modelId="{599B67C1-5523-4882-ACDA-743D95585EA3}" type="presParOf" srcId="{1E2CB9EA-2E0B-4CB4-AB77-CCE0F8F6413F}" destId="{FC105FCE-0D8E-4A03-AB1D-78F4E3D2D700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360B1F58-3041-48AD-BB89-7DC590FF631F}">
      <dgm:prSet/>
      <dgm:spPr/>
      <dgm:t>
        <a:bodyPr/>
        <a:lstStyle/>
        <a:p>
          <a:pPr>
            <a:buNone/>
          </a:pPr>
          <a:r>
            <a:rPr lang="en-IN" b="1" dirty="0"/>
            <a:t>Temporal Filtering (Time):</a:t>
          </a:r>
          <a:endParaRPr lang="en-IN" dirty="0"/>
        </a:p>
      </dgm:t>
    </dgm:pt>
    <dgm:pt modelId="{0BEEF728-F48D-4C2C-A829-8E290C1D9369}" type="parTrans" cxnId="{B06344A1-ACE2-4CB7-B42C-C2861DCE7D0B}">
      <dgm:prSet/>
      <dgm:spPr/>
      <dgm:t>
        <a:bodyPr/>
        <a:lstStyle/>
        <a:p>
          <a:endParaRPr lang="en-IN"/>
        </a:p>
      </dgm:t>
    </dgm:pt>
    <dgm:pt modelId="{115F51FB-2A17-4290-AE62-BAFC5D4C25D3}" type="sibTrans" cxnId="{B06344A1-ACE2-4CB7-B42C-C2861DCE7D0B}">
      <dgm:prSet/>
      <dgm:spPr/>
      <dgm:t>
        <a:bodyPr/>
        <a:lstStyle/>
        <a:p>
          <a:endParaRPr lang="en-IN"/>
        </a:p>
      </dgm:t>
    </dgm:pt>
    <dgm:pt modelId="{D3944FBC-596E-43F8-8F68-7DA9618D10F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i="1" dirty="0"/>
            <a:t>Constraint:</a:t>
          </a:r>
          <a:r>
            <a:rPr lang="en-IN" dirty="0"/>
            <a:t> date &gt; '2024-01-01'</a:t>
          </a:r>
        </a:p>
      </dgm:t>
    </dgm:pt>
    <dgm:pt modelId="{1CBE5ADF-8CAA-4DCE-8FDA-625370E82A8B}" type="parTrans" cxnId="{89041C5B-3F45-4204-B419-BBE211842085}">
      <dgm:prSet/>
      <dgm:spPr/>
      <dgm:t>
        <a:bodyPr/>
        <a:lstStyle/>
        <a:p>
          <a:endParaRPr lang="en-IN"/>
        </a:p>
      </dgm:t>
    </dgm:pt>
    <dgm:pt modelId="{ED3E7F2B-223B-4E23-A191-7A7196A9C3A1}" type="sibTrans" cxnId="{89041C5B-3F45-4204-B419-BBE211842085}">
      <dgm:prSet/>
      <dgm:spPr/>
      <dgm:t>
        <a:bodyPr/>
        <a:lstStyle/>
        <a:p>
          <a:endParaRPr lang="en-IN"/>
        </a:p>
      </dgm:t>
    </dgm:pt>
    <dgm:pt modelId="{BD1B2F40-6510-4575-BB7A-5EA8DC98265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i="1" dirty="0"/>
            <a:t>Purpose:</a:t>
          </a:r>
          <a:r>
            <a:rPr lang="en-US" dirty="0"/>
            <a:t> Ensure the LLM only uses </a:t>
          </a:r>
          <a:r>
            <a:rPr lang="en-US" b="1" dirty="0"/>
            <a:t>up-to-date</a:t>
          </a:r>
          <a:r>
            <a:rPr lang="en-US" dirty="0"/>
            <a:t> policies, pricing, or news articles.</a:t>
          </a:r>
        </a:p>
      </dgm:t>
    </dgm:pt>
    <dgm:pt modelId="{91CFE5B0-A3EA-44D8-ACA7-603336346D58}" type="parTrans" cxnId="{04D0D666-38D2-4042-8C68-B7DF078139C1}">
      <dgm:prSet/>
      <dgm:spPr/>
      <dgm:t>
        <a:bodyPr/>
        <a:lstStyle/>
        <a:p>
          <a:endParaRPr lang="en-IN"/>
        </a:p>
      </dgm:t>
    </dgm:pt>
    <dgm:pt modelId="{A33CBCCF-2EA9-4544-B6CC-042070AE6393}" type="sibTrans" cxnId="{04D0D666-38D2-4042-8C68-B7DF078139C1}">
      <dgm:prSet/>
      <dgm:spPr/>
      <dgm:t>
        <a:bodyPr/>
        <a:lstStyle/>
        <a:p>
          <a:endParaRPr lang="en-IN"/>
        </a:p>
      </dgm:t>
    </dgm:pt>
    <dgm:pt modelId="{B44BE53B-726C-4041-87FC-8E469945E0C9}">
      <dgm:prSet/>
      <dgm:spPr/>
      <dgm:t>
        <a:bodyPr/>
        <a:lstStyle/>
        <a:p>
          <a:pPr>
            <a:buNone/>
          </a:pPr>
          <a:r>
            <a:rPr lang="en-US" b="1" dirty="0"/>
            <a:t>Security and Access Control (User Permissions):</a:t>
          </a:r>
          <a:endParaRPr lang="en-US" dirty="0"/>
        </a:p>
      </dgm:t>
    </dgm:pt>
    <dgm:pt modelId="{FDFC06B0-6379-4B89-AD94-F1D7B35D0004}" type="parTrans" cxnId="{6C3AD263-8F5F-40AC-8950-A077D43D05E1}">
      <dgm:prSet/>
      <dgm:spPr/>
      <dgm:t>
        <a:bodyPr/>
        <a:lstStyle/>
        <a:p>
          <a:endParaRPr lang="en-IN"/>
        </a:p>
      </dgm:t>
    </dgm:pt>
    <dgm:pt modelId="{57228802-043E-41D2-816C-E1B1ADD9C715}" type="sibTrans" cxnId="{6C3AD263-8F5F-40AC-8950-A077D43D05E1}">
      <dgm:prSet/>
      <dgm:spPr/>
      <dgm:t>
        <a:bodyPr/>
        <a:lstStyle/>
        <a:p>
          <a:endParaRPr lang="en-IN"/>
        </a:p>
      </dgm:t>
    </dgm:pt>
    <dgm:pt modelId="{AF3DAE42-742E-42D5-A736-7F4F227CAF5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i="1" dirty="0"/>
            <a:t>Constraint:</a:t>
          </a:r>
          <a:r>
            <a:rPr lang="en-US" dirty="0"/>
            <a:t> </a:t>
          </a:r>
          <a:r>
            <a:rPr lang="en-US" dirty="0" err="1"/>
            <a:t>user_role</a:t>
          </a:r>
          <a:r>
            <a:rPr lang="en-US" dirty="0"/>
            <a:t> == 'admin' OR department IN ['Finance', 'HR']</a:t>
          </a:r>
        </a:p>
      </dgm:t>
    </dgm:pt>
    <dgm:pt modelId="{26EF2ADD-487F-4A6E-BE60-6F2873AE829E}" type="parTrans" cxnId="{D9FC9CA0-F66D-47BE-8C1B-A3EA5656BBD9}">
      <dgm:prSet/>
      <dgm:spPr/>
      <dgm:t>
        <a:bodyPr/>
        <a:lstStyle/>
        <a:p>
          <a:endParaRPr lang="en-IN"/>
        </a:p>
      </dgm:t>
    </dgm:pt>
    <dgm:pt modelId="{E3CF10FE-C2C3-48A7-BCF5-399C4BEE9240}" type="sibTrans" cxnId="{D9FC9CA0-F66D-47BE-8C1B-A3EA5656BBD9}">
      <dgm:prSet/>
      <dgm:spPr/>
      <dgm:t>
        <a:bodyPr/>
        <a:lstStyle/>
        <a:p>
          <a:endParaRPr lang="en-IN"/>
        </a:p>
      </dgm:t>
    </dgm:pt>
    <dgm:pt modelId="{9F3CB3E5-21DF-42CC-9F79-E64D8D19CA4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i="1" dirty="0"/>
            <a:t>Purpose:</a:t>
          </a:r>
          <a:r>
            <a:rPr lang="en-US" dirty="0"/>
            <a:t> Guarantee that a user only retrieves documents they are </a:t>
          </a:r>
          <a:r>
            <a:rPr lang="en-US" b="1" dirty="0"/>
            <a:t>authorized</a:t>
          </a:r>
          <a:r>
            <a:rPr lang="en-US" dirty="0"/>
            <a:t> to see.</a:t>
          </a:r>
        </a:p>
      </dgm:t>
    </dgm:pt>
    <dgm:pt modelId="{9EBBCC28-C967-4FDD-8EBB-5501B2D4BA10}" type="parTrans" cxnId="{24AE7954-46B4-4FE3-A9A9-4856AF3FC761}">
      <dgm:prSet/>
      <dgm:spPr/>
      <dgm:t>
        <a:bodyPr/>
        <a:lstStyle/>
        <a:p>
          <a:endParaRPr lang="en-IN"/>
        </a:p>
      </dgm:t>
    </dgm:pt>
    <dgm:pt modelId="{2EF9382F-09B9-45ED-BF07-731F3453973E}" type="sibTrans" cxnId="{24AE7954-46B4-4FE3-A9A9-4856AF3FC761}">
      <dgm:prSet/>
      <dgm:spPr/>
      <dgm:t>
        <a:bodyPr/>
        <a:lstStyle/>
        <a:p>
          <a:endParaRPr lang="en-IN"/>
        </a:p>
      </dgm:t>
    </dgm:pt>
    <dgm:pt modelId="{8C7E3CC2-2A5A-433C-9B6C-0EE87CB96E95}">
      <dgm:prSet/>
      <dgm:spPr/>
      <dgm:t>
        <a:bodyPr/>
        <a:lstStyle/>
        <a:p>
          <a:pPr>
            <a:buNone/>
          </a:pPr>
          <a:r>
            <a:rPr lang="en-IN" b="1" dirty="0"/>
            <a:t>Source/Source Type Control:</a:t>
          </a:r>
          <a:endParaRPr lang="en-IN" dirty="0"/>
        </a:p>
      </dgm:t>
    </dgm:pt>
    <dgm:pt modelId="{CC4B6011-60A5-4C9B-929C-6926F095F017}" type="parTrans" cxnId="{BA9CE4CA-6C6B-4DE1-96B0-67AEE9A55FA3}">
      <dgm:prSet/>
      <dgm:spPr/>
      <dgm:t>
        <a:bodyPr/>
        <a:lstStyle/>
        <a:p>
          <a:endParaRPr lang="en-IN"/>
        </a:p>
      </dgm:t>
    </dgm:pt>
    <dgm:pt modelId="{69DC75C5-D7D2-4A1A-87C0-0AEDBEDB149F}" type="sibTrans" cxnId="{BA9CE4CA-6C6B-4DE1-96B0-67AEE9A55FA3}">
      <dgm:prSet/>
      <dgm:spPr/>
      <dgm:t>
        <a:bodyPr/>
        <a:lstStyle/>
        <a:p>
          <a:endParaRPr lang="en-IN"/>
        </a:p>
      </dgm:t>
    </dgm:pt>
    <dgm:pt modelId="{504600D0-EE89-4F05-98D1-100D6FF1DF4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i="1" dirty="0"/>
            <a:t>Constraint:</a:t>
          </a:r>
          <a:r>
            <a:rPr lang="en-US" dirty="0"/>
            <a:t> </a:t>
          </a:r>
          <a:r>
            <a:rPr lang="en-US" dirty="0" err="1"/>
            <a:t>source_type</a:t>
          </a:r>
          <a:r>
            <a:rPr lang="en-US" dirty="0"/>
            <a:t> == 'Internal Memo' AND </a:t>
          </a:r>
          <a:r>
            <a:rPr lang="en-US" dirty="0" err="1"/>
            <a:t>project_id</a:t>
          </a:r>
          <a:r>
            <a:rPr lang="en-US" dirty="0"/>
            <a:t> == 'P-42'</a:t>
          </a:r>
        </a:p>
      </dgm:t>
    </dgm:pt>
    <dgm:pt modelId="{92264270-1E1A-436B-A75E-9C4A8F7DDBCC}" type="parTrans" cxnId="{6687CE28-45A7-4C53-94C0-BEE9F312158C}">
      <dgm:prSet/>
      <dgm:spPr/>
      <dgm:t>
        <a:bodyPr/>
        <a:lstStyle/>
        <a:p>
          <a:endParaRPr lang="en-IN"/>
        </a:p>
      </dgm:t>
    </dgm:pt>
    <dgm:pt modelId="{B661C1E7-00B9-4240-B917-7F675FAD3BA4}" type="sibTrans" cxnId="{6687CE28-45A7-4C53-94C0-BEE9F312158C}">
      <dgm:prSet/>
      <dgm:spPr/>
      <dgm:t>
        <a:bodyPr/>
        <a:lstStyle/>
        <a:p>
          <a:endParaRPr lang="en-IN"/>
        </a:p>
      </dgm:t>
    </dgm:pt>
    <dgm:pt modelId="{80103989-4988-4E70-B486-09756F21198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i="1" dirty="0"/>
            <a:t>Purpose:</a:t>
          </a:r>
          <a:r>
            <a:rPr lang="en-US" dirty="0"/>
            <a:t> Restrict answers to specific file types, projects, or domains, avoiding mixing technical manuals with marketing copy.</a:t>
          </a:r>
        </a:p>
      </dgm:t>
    </dgm:pt>
    <dgm:pt modelId="{B8744AB4-A110-49FA-9958-F963834E99C8}" type="parTrans" cxnId="{705A0118-4EE1-4F53-BDFD-272B35FC207F}">
      <dgm:prSet/>
      <dgm:spPr/>
      <dgm:t>
        <a:bodyPr/>
        <a:lstStyle/>
        <a:p>
          <a:endParaRPr lang="en-IN"/>
        </a:p>
      </dgm:t>
    </dgm:pt>
    <dgm:pt modelId="{B66B27D6-E951-4C62-B8AD-1358DD87B81F}" type="sibTrans" cxnId="{705A0118-4EE1-4F53-BDFD-272B35FC207F}">
      <dgm:prSet/>
      <dgm:spPr/>
      <dgm:t>
        <a:bodyPr/>
        <a:lstStyle/>
        <a:p>
          <a:endParaRPr lang="en-IN"/>
        </a:p>
      </dgm:t>
    </dgm:pt>
    <dgm:pt modelId="{905A1ED7-19DD-4DA8-9E61-E50C5BC7FF7F}">
      <dgm:prSet/>
      <dgm:spPr/>
      <dgm:t>
        <a:bodyPr/>
        <a:lstStyle/>
        <a:p>
          <a:pPr>
            <a:buNone/>
          </a:pPr>
          <a:r>
            <a:rPr lang="en-IN" b="1" dirty="0"/>
            <a:t>State Management:</a:t>
          </a:r>
          <a:endParaRPr lang="en-IN" dirty="0"/>
        </a:p>
      </dgm:t>
    </dgm:pt>
    <dgm:pt modelId="{02172059-4C81-4796-BFC8-D5FC2C1C03B3}" type="parTrans" cxnId="{DCE22899-7F39-4B03-8935-DBCB2E514BBD}">
      <dgm:prSet/>
      <dgm:spPr/>
      <dgm:t>
        <a:bodyPr/>
        <a:lstStyle/>
        <a:p>
          <a:endParaRPr lang="en-IN"/>
        </a:p>
      </dgm:t>
    </dgm:pt>
    <dgm:pt modelId="{D2B6A465-A528-4FA0-87D3-46B237956602}" type="sibTrans" cxnId="{DCE22899-7F39-4B03-8935-DBCB2E514BBD}">
      <dgm:prSet/>
      <dgm:spPr/>
      <dgm:t>
        <a:bodyPr/>
        <a:lstStyle/>
        <a:p>
          <a:endParaRPr lang="en-IN"/>
        </a:p>
      </dgm:t>
    </dgm:pt>
    <dgm:pt modelId="{DDEE3D7A-C8A0-47CB-97EC-9EA9FCD0E34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i="1" dirty="0"/>
            <a:t>Constraint:</a:t>
          </a:r>
          <a:r>
            <a:rPr lang="en-IN" dirty="0"/>
            <a:t> status != 'draft'</a:t>
          </a:r>
        </a:p>
      </dgm:t>
    </dgm:pt>
    <dgm:pt modelId="{EC314C77-F326-405B-835A-5BD39C1F5127}" type="parTrans" cxnId="{056AC78A-C152-4176-9481-D913E335FA5F}">
      <dgm:prSet/>
      <dgm:spPr/>
      <dgm:t>
        <a:bodyPr/>
        <a:lstStyle/>
        <a:p>
          <a:endParaRPr lang="en-IN"/>
        </a:p>
      </dgm:t>
    </dgm:pt>
    <dgm:pt modelId="{584CA47C-E6CA-46E7-8767-151FCE14EAB5}" type="sibTrans" cxnId="{056AC78A-C152-4176-9481-D913E335FA5F}">
      <dgm:prSet/>
      <dgm:spPr/>
      <dgm:t>
        <a:bodyPr/>
        <a:lstStyle/>
        <a:p>
          <a:endParaRPr lang="en-IN"/>
        </a:p>
      </dgm:t>
    </dgm:pt>
    <dgm:pt modelId="{6BFBA5EF-FE93-4F45-815A-4FC2848983C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i="1" dirty="0"/>
            <a:t>Purpose:</a:t>
          </a:r>
          <a:r>
            <a:rPr lang="en-US" dirty="0"/>
            <a:t> Retrieve only documents that are finalized or </a:t>
          </a:r>
          <a:r>
            <a:rPr lang="en-US" b="1" dirty="0"/>
            <a:t>published</a:t>
          </a:r>
          <a:r>
            <a:rPr lang="en-US" dirty="0"/>
            <a:t>.</a:t>
          </a:r>
        </a:p>
      </dgm:t>
    </dgm:pt>
    <dgm:pt modelId="{65D5A997-1FB6-47D1-B6EA-1F4F6F200CBE}" type="parTrans" cxnId="{551386F2-B32B-48EB-89D8-1BA46BB7A077}">
      <dgm:prSet/>
      <dgm:spPr/>
      <dgm:t>
        <a:bodyPr/>
        <a:lstStyle/>
        <a:p>
          <a:endParaRPr lang="en-IN"/>
        </a:p>
      </dgm:t>
    </dgm:pt>
    <dgm:pt modelId="{54FA80C0-F4E7-4C6C-AECB-8909C4DA36DE}" type="sibTrans" cxnId="{551386F2-B32B-48EB-89D8-1BA46BB7A077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2C7341AD-1B59-405D-95FA-5191E526D586}" type="pres">
      <dgm:prSet presAssocID="{360B1F58-3041-48AD-BB89-7DC590FF631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9CAA847-69EC-4F67-B739-51F3C8FDEFD7}" type="pres">
      <dgm:prSet presAssocID="{360B1F58-3041-48AD-BB89-7DC590FF631F}" presName="childText" presStyleLbl="revTx" presStyleIdx="0" presStyleCnt="4">
        <dgm:presLayoutVars>
          <dgm:bulletEnabled val="1"/>
        </dgm:presLayoutVars>
      </dgm:prSet>
      <dgm:spPr/>
    </dgm:pt>
    <dgm:pt modelId="{35B2B44F-1C6E-4E8F-94FF-87BE57FB9216}" type="pres">
      <dgm:prSet presAssocID="{B44BE53B-726C-4041-87FC-8E469945E0C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2EC0F10-47F7-437F-8DB1-C97D4BF509BA}" type="pres">
      <dgm:prSet presAssocID="{B44BE53B-726C-4041-87FC-8E469945E0C9}" presName="childText" presStyleLbl="revTx" presStyleIdx="1" presStyleCnt="4">
        <dgm:presLayoutVars>
          <dgm:bulletEnabled val="1"/>
        </dgm:presLayoutVars>
      </dgm:prSet>
      <dgm:spPr/>
    </dgm:pt>
    <dgm:pt modelId="{56067ED4-D2F5-42C5-B6B6-27075A1F8098}" type="pres">
      <dgm:prSet presAssocID="{8C7E3CC2-2A5A-433C-9B6C-0EE87CB96E9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64B3A90-55A3-4FBD-8806-6265B63D6995}" type="pres">
      <dgm:prSet presAssocID="{8C7E3CC2-2A5A-433C-9B6C-0EE87CB96E95}" presName="childText" presStyleLbl="revTx" presStyleIdx="2" presStyleCnt="4">
        <dgm:presLayoutVars>
          <dgm:bulletEnabled val="1"/>
        </dgm:presLayoutVars>
      </dgm:prSet>
      <dgm:spPr/>
    </dgm:pt>
    <dgm:pt modelId="{3FAED369-659C-429F-A0F4-1A086E8B8A71}" type="pres">
      <dgm:prSet presAssocID="{905A1ED7-19DD-4DA8-9E61-E50C5BC7FF7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C0DD800-CA07-4E9B-8180-4E38A3C62AC1}" type="pres">
      <dgm:prSet presAssocID="{905A1ED7-19DD-4DA8-9E61-E50C5BC7FF7F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6FBEC70D-4D8B-444A-9BD2-2184088014BC}" type="presOf" srcId="{9F3CB3E5-21DF-42CC-9F79-E64D8D19CA4B}" destId="{92EC0F10-47F7-437F-8DB1-C97D4BF509BA}" srcOrd="0" destOrd="1" presId="urn:microsoft.com/office/officeart/2005/8/layout/vList2"/>
    <dgm:cxn modelId="{5EBE6317-4171-404D-A4D1-A12B0D24CEA8}" type="presOf" srcId="{504600D0-EE89-4F05-98D1-100D6FF1DF4A}" destId="{364B3A90-55A3-4FBD-8806-6265B63D6995}" srcOrd="0" destOrd="0" presId="urn:microsoft.com/office/officeart/2005/8/layout/vList2"/>
    <dgm:cxn modelId="{705A0118-4EE1-4F53-BDFD-272B35FC207F}" srcId="{8C7E3CC2-2A5A-433C-9B6C-0EE87CB96E95}" destId="{80103989-4988-4E70-B486-09756F211987}" srcOrd="1" destOrd="0" parTransId="{B8744AB4-A110-49FA-9958-F963834E99C8}" sibTransId="{B66B27D6-E951-4C62-B8AD-1358DD87B81F}"/>
    <dgm:cxn modelId="{6687CE28-45A7-4C53-94C0-BEE9F312158C}" srcId="{8C7E3CC2-2A5A-433C-9B6C-0EE87CB96E95}" destId="{504600D0-EE89-4F05-98D1-100D6FF1DF4A}" srcOrd="0" destOrd="0" parTransId="{92264270-1E1A-436B-A75E-9C4A8F7DDBCC}" sibTransId="{B661C1E7-00B9-4240-B917-7F675FAD3BA4}"/>
    <dgm:cxn modelId="{C0B9B33B-D939-4D6F-B24A-DFEFDDA4B9E2}" type="presOf" srcId="{80103989-4988-4E70-B486-09756F211987}" destId="{364B3A90-55A3-4FBD-8806-6265B63D6995}" srcOrd="0" destOrd="1" presId="urn:microsoft.com/office/officeart/2005/8/layout/vList2"/>
    <dgm:cxn modelId="{89041C5B-3F45-4204-B419-BBE211842085}" srcId="{360B1F58-3041-48AD-BB89-7DC590FF631F}" destId="{D3944FBC-596E-43F8-8F68-7DA9618D10FE}" srcOrd="0" destOrd="0" parTransId="{1CBE5ADF-8CAA-4DCE-8FDA-625370E82A8B}" sibTransId="{ED3E7F2B-223B-4E23-A191-7A7196A9C3A1}"/>
    <dgm:cxn modelId="{6C3AD263-8F5F-40AC-8950-A077D43D05E1}" srcId="{8F622495-A4FE-428B-A799-52CC616907A8}" destId="{B44BE53B-726C-4041-87FC-8E469945E0C9}" srcOrd="1" destOrd="0" parTransId="{FDFC06B0-6379-4B89-AD94-F1D7B35D0004}" sibTransId="{57228802-043E-41D2-816C-E1B1ADD9C715}"/>
    <dgm:cxn modelId="{04D0D666-38D2-4042-8C68-B7DF078139C1}" srcId="{360B1F58-3041-48AD-BB89-7DC590FF631F}" destId="{BD1B2F40-6510-4575-BB7A-5EA8DC982655}" srcOrd="1" destOrd="0" parTransId="{91CFE5B0-A3EA-44D8-ACA7-603336346D58}" sibTransId="{A33CBCCF-2EA9-4544-B6CC-042070AE6393}"/>
    <dgm:cxn modelId="{2384D947-E610-485B-AC33-2EC0C9BD9B0C}" type="presOf" srcId="{DDEE3D7A-C8A0-47CB-97EC-9EA9FCD0E34B}" destId="{2C0DD800-CA07-4E9B-8180-4E38A3C62AC1}" srcOrd="0" destOrd="0" presId="urn:microsoft.com/office/officeart/2005/8/layout/vList2"/>
    <dgm:cxn modelId="{ED2E904B-7AC5-4436-81D1-9062FFFB9147}" type="presOf" srcId="{6BFBA5EF-FE93-4F45-815A-4FC2848983C2}" destId="{2C0DD800-CA07-4E9B-8180-4E38A3C62AC1}" srcOrd="0" destOrd="1" presId="urn:microsoft.com/office/officeart/2005/8/layout/vList2"/>
    <dgm:cxn modelId="{24AE7954-46B4-4FE3-A9A9-4856AF3FC761}" srcId="{B44BE53B-726C-4041-87FC-8E469945E0C9}" destId="{9F3CB3E5-21DF-42CC-9F79-E64D8D19CA4B}" srcOrd="1" destOrd="0" parTransId="{9EBBCC28-C967-4FDD-8EBB-5501B2D4BA10}" sibTransId="{2EF9382F-09B9-45ED-BF07-731F3453973E}"/>
    <dgm:cxn modelId="{87CE1B77-3980-464D-AA0E-2A8F2A48254B}" type="presOf" srcId="{D3944FBC-596E-43F8-8F68-7DA9618D10FE}" destId="{E9CAA847-69EC-4F67-B739-51F3C8FDEFD7}" srcOrd="0" destOrd="0" presId="urn:microsoft.com/office/officeart/2005/8/layout/vList2"/>
    <dgm:cxn modelId="{056AC78A-C152-4176-9481-D913E335FA5F}" srcId="{905A1ED7-19DD-4DA8-9E61-E50C5BC7FF7F}" destId="{DDEE3D7A-C8A0-47CB-97EC-9EA9FCD0E34B}" srcOrd="0" destOrd="0" parTransId="{EC314C77-F326-405B-835A-5BD39C1F5127}" sibTransId="{584CA47C-E6CA-46E7-8767-151FCE14EAB5}"/>
    <dgm:cxn modelId="{D47CD295-A651-455F-A075-BB5F269B4043}" type="presOf" srcId="{905A1ED7-19DD-4DA8-9E61-E50C5BC7FF7F}" destId="{3FAED369-659C-429F-A0F4-1A086E8B8A71}" srcOrd="0" destOrd="0" presId="urn:microsoft.com/office/officeart/2005/8/layout/vList2"/>
    <dgm:cxn modelId="{DCE22899-7F39-4B03-8935-DBCB2E514BBD}" srcId="{8F622495-A4FE-428B-A799-52CC616907A8}" destId="{905A1ED7-19DD-4DA8-9E61-E50C5BC7FF7F}" srcOrd="3" destOrd="0" parTransId="{02172059-4C81-4796-BFC8-D5FC2C1C03B3}" sibTransId="{D2B6A465-A528-4FA0-87D3-46B237956602}"/>
    <dgm:cxn modelId="{D9FC9CA0-F66D-47BE-8C1B-A3EA5656BBD9}" srcId="{B44BE53B-726C-4041-87FC-8E469945E0C9}" destId="{AF3DAE42-742E-42D5-A736-7F4F227CAF5B}" srcOrd="0" destOrd="0" parTransId="{26EF2ADD-487F-4A6E-BE60-6F2873AE829E}" sibTransId="{E3CF10FE-C2C3-48A7-BCF5-399C4BEE9240}"/>
    <dgm:cxn modelId="{B06344A1-ACE2-4CB7-B42C-C2861DCE7D0B}" srcId="{8F622495-A4FE-428B-A799-52CC616907A8}" destId="{360B1F58-3041-48AD-BB89-7DC590FF631F}" srcOrd="0" destOrd="0" parTransId="{0BEEF728-F48D-4C2C-A829-8E290C1D9369}" sibTransId="{115F51FB-2A17-4290-AE62-BAFC5D4C25D3}"/>
    <dgm:cxn modelId="{8EA722B5-5B11-4948-94E0-878A81533D48}" type="presOf" srcId="{B44BE53B-726C-4041-87FC-8E469945E0C9}" destId="{35B2B44F-1C6E-4E8F-94FF-87BE57FB9216}" srcOrd="0" destOrd="0" presId="urn:microsoft.com/office/officeart/2005/8/layout/vList2"/>
    <dgm:cxn modelId="{978C32BB-E3FA-418E-80DC-79784D98C197}" type="presOf" srcId="{8C7E3CC2-2A5A-433C-9B6C-0EE87CB96E95}" destId="{56067ED4-D2F5-42C5-B6B6-27075A1F8098}" srcOrd="0" destOrd="0" presId="urn:microsoft.com/office/officeart/2005/8/layout/vList2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3CDFE6C6-D3F9-4F9B-BA07-0057EF691842}" type="presOf" srcId="{BD1B2F40-6510-4575-BB7A-5EA8DC982655}" destId="{E9CAA847-69EC-4F67-B739-51F3C8FDEFD7}" srcOrd="0" destOrd="1" presId="urn:microsoft.com/office/officeart/2005/8/layout/vList2"/>
    <dgm:cxn modelId="{BA9CE4CA-6C6B-4DE1-96B0-67AEE9A55FA3}" srcId="{8F622495-A4FE-428B-A799-52CC616907A8}" destId="{8C7E3CC2-2A5A-433C-9B6C-0EE87CB96E95}" srcOrd="2" destOrd="0" parTransId="{CC4B6011-60A5-4C9B-929C-6926F095F017}" sibTransId="{69DC75C5-D7D2-4A1A-87C0-0AEDBEDB149F}"/>
    <dgm:cxn modelId="{864F00D4-2D2B-4DAE-A93F-386FC451FA88}" type="presOf" srcId="{AF3DAE42-742E-42D5-A736-7F4F227CAF5B}" destId="{92EC0F10-47F7-437F-8DB1-C97D4BF509BA}" srcOrd="0" destOrd="0" presId="urn:microsoft.com/office/officeart/2005/8/layout/vList2"/>
    <dgm:cxn modelId="{8B2C9FE6-57D6-487A-AB98-EE517141DEC0}" type="presOf" srcId="{360B1F58-3041-48AD-BB89-7DC590FF631F}" destId="{2C7341AD-1B59-405D-95FA-5191E526D586}" srcOrd="0" destOrd="0" presId="urn:microsoft.com/office/officeart/2005/8/layout/vList2"/>
    <dgm:cxn modelId="{551386F2-B32B-48EB-89D8-1BA46BB7A077}" srcId="{905A1ED7-19DD-4DA8-9E61-E50C5BC7FF7F}" destId="{6BFBA5EF-FE93-4F45-815A-4FC2848983C2}" srcOrd="1" destOrd="0" parTransId="{65D5A997-1FB6-47D1-B6EA-1F4F6F200CBE}" sibTransId="{54FA80C0-F4E7-4C6C-AECB-8909C4DA36DE}"/>
    <dgm:cxn modelId="{64D7AFA4-A237-413B-A5D8-3DBC92A51F57}" type="presParOf" srcId="{1E2CB9EA-2E0B-4CB4-AB77-CCE0F8F6413F}" destId="{2C7341AD-1B59-405D-95FA-5191E526D586}" srcOrd="0" destOrd="0" presId="urn:microsoft.com/office/officeart/2005/8/layout/vList2"/>
    <dgm:cxn modelId="{06753A0B-81FD-42B4-AE67-3DC5CFC66F30}" type="presParOf" srcId="{1E2CB9EA-2E0B-4CB4-AB77-CCE0F8F6413F}" destId="{E9CAA847-69EC-4F67-B739-51F3C8FDEFD7}" srcOrd="1" destOrd="0" presId="urn:microsoft.com/office/officeart/2005/8/layout/vList2"/>
    <dgm:cxn modelId="{2CF91899-C941-44C0-B5C6-927772AE479E}" type="presParOf" srcId="{1E2CB9EA-2E0B-4CB4-AB77-CCE0F8F6413F}" destId="{35B2B44F-1C6E-4E8F-94FF-87BE57FB9216}" srcOrd="2" destOrd="0" presId="urn:microsoft.com/office/officeart/2005/8/layout/vList2"/>
    <dgm:cxn modelId="{006A2D41-FA91-41A1-9177-C2C885DE4681}" type="presParOf" srcId="{1E2CB9EA-2E0B-4CB4-AB77-CCE0F8F6413F}" destId="{92EC0F10-47F7-437F-8DB1-C97D4BF509BA}" srcOrd="3" destOrd="0" presId="urn:microsoft.com/office/officeart/2005/8/layout/vList2"/>
    <dgm:cxn modelId="{CB4B5746-1C18-454E-A3B0-4610B74CC897}" type="presParOf" srcId="{1E2CB9EA-2E0B-4CB4-AB77-CCE0F8F6413F}" destId="{56067ED4-D2F5-42C5-B6B6-27075A1F8098}" srcOrd="4" destOrd="0" presId="urn:microsoft.com/office/officeart/2005/8/layout/vList2"/>
    <dgm:cxn modelId="{086C358D-4A4A-4CFB-9BCE-8AAD70180E6D}" type="presParOf" srcId="{1E2CB9EA-2E0B-4CB4-AB77-CCE0F8F6413F}" destId="{364B3A90-55A3-4FBD-8806-6265B63D6995}" srcOrd="5" destOrd="0" presId="urn:microsoft.com/office/officeart/2005/8/layout/vList2"/>
    <dgm:cxn modelId="{00E9149D-4EB0-4C91-9D9D-97F6402B7B0E}" type="presParOf" srcId="{1E2CB9EA-2E0B-4CB4-AB77-CCE0F8F6413F}" destId="{3FAED369-659C-429F-A0F4-1A086E8B8A71}" srcOrd="6" destOrd="0" presId="urn:microsoft.com/office/officeart/2005/8/layout/vList2"/>
    <dgm:cxn modelId="{81C8A84D-499E-4925-B8A3-5AA57C9BE58C}" type="presParOf" srcId="{1E2CB9EA-2E0B-4CB4-AB77-CCE0F8F6413F}" destId="{2C0DD800-CA07-4E9B-8180-4E38A3C62AC1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4702B084-1711-4631-BDC6-9F17564F4DFC}">
      <dgm:prSet/>
      <dgm:spPr/>
      <dgm:t>
        <a:bodyPr/>
        <a:lstStyle/>
        <a:p>
          <a:pPr>
            <a:buNone/>
          </a:pPr>
          <a:r>
            <a:rPr lang="en-US" b="1" dirty="0"/>
            <a:t> In memory Fastest, non-persistent, non-scalable across multiple processes. </a:t>
          </a:r>
          <a:endParaRPr lang="en-IN" dirty="0"/>
        </a:p>
      </dgm:t>
    </dgm:pt>
    <dgm:pt modelId="{7C6C1D6C-4BD8-46FD-BCD5-9F68ECC68706}" type="parTrans" cxnId="{493D5382-020E-4B90-B2E0-4CC25E00E808}">
      <dgm:prSet/>
      <dgm:spPr/>
      <dgm:t>
        <a:bodyPr/>
        <a:lstStyle/>
        <a:p>
          <a:endParaRPr lang="en-IN"/>
        </a:p>
      </dgm:t>
    </dgm:pt>
    <dgm:pt modelId="{931CBEF0-1163-46E2-A01D-BA167AF530D6}" type="sibTrans" cxnId="{493D5382-020E-4B90-B2E0-4CC25E00E808}">
      <dgm:prSet/>
      <dgm:spPr/>
      <dgm:t>
        <a:bodyPr/>
        <a:lstStyle/>
        <a:p>
          <a:endParaRPr lang="en-IN"/>
        </a:p>
      </dgm:t>
    </dgm:pt>
    <dgm:pt modelId="{26172D48-12C2-4EDA-A0C6-8B0F0BFA9453}">
      <dgm:prSet/>
      <dgm:spPr/>
      <dgm:t>
        <a:bodyPr/>
        <a:lstStyle/>
        <a:p>
          <a:pPr>
            <a:buNone/>
          </a:pPr>
          <a:r>
            <a:rPr lang="en-US" b="1"/>
            <a:t>File-Based: Persistent, slower I/O, not suitable for high-concurrency (race conditions).</a:t>
          </a:r>
          <a:endParaRPr lang="en-IN" dirty="0"/>
        </a:p>
      </dgm:t>
    </dgm:pt>
    <dgm:pt modelId="{0EED5FBF-5BA3-4D14-B042-8B17A7857BCB}" type="parTrans" cxnId="{D0DD04AE-8443-4536-834A-F70FE715B57A}">
      <dgm:prSet/>
      <dgm:spPr/>
      <dgm:t>
        <a:bodyPr/>
        <a:lstStyle/>
        <a:p>
          <a:endParaRPr lang="en-IN"/>
        </a:p>
      </dgm:t>
    </dgm:pt>
    <dgm:pt modelId="{FD0F74B9-A20F-4354-8A4B-51D36368ED7B}" type="sibTrans" cxnId="{D0DD04AE-8443-4536-834A-F70FE715B57A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AC55C8BE-A06C-4312-A46F-293F1DE2A766}" type="pres">
      <dgm:prSet presAssocID="{4702B084-1711-4631-BDC6-9F17564F4DF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63CBC4E-4C12-4C97-B609-1E18058C4A2B}" type="pres">
      <dgm:prSet presAssocID="{931CBEF0-1163-46E2-A01D-BA167AF530D6}" presName="spacer" presStyleCnt="0"/>
      <dgm:spPr/>
    </dgm:pt>
    <dgm:pt modelId="{A18B457B-DE52-4F00-AF35-B1EE9C9A855C}" type="pres">
      <dgm:prSet presAssocID="{26172D48-12C2-4EDA-A0C6-8B0F0BFA945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4B6810D-95F9-4521-9E5F-64A960541877}" type="presOf" srcId="{4702B084-1711-4631-BDC6-9F17564F4DFC}" destId="{AC55C8BE-A06C-4312-A46F-293F1DE2A766}" srcOrd="0" destOrd="0" presId="urn:microsoft.com/office/officeart/2005/8/layout/vList2"/>
    <dgm:cxn modelId="{493D5382-020E-4B90-B2E0-4CC25E00E808}" srcId="{8F622495-A4FE-428B-A799-52CC616907A8}" destId="{4702B084-1711-4631-BDC6-9F17564F4DFC}" srcOrd="0" destOrd="0" parTransId="{7C6C1D6C-4BD8-46FD-BCD5-9F68ECC68706}" sibTransId="{931CBEF0-1163-46E2-A01D-BA167AF530D6}"/>
    <dgm:cxn modelId="{EBAB07A6-E1B7-43CA-AA90-9D3216E4FFA6}" type="presOf" srcId="{26172D48-12C2-4EDA-A0C6-8B0F0BFA9453}" destId="{A18B457B-DE52-4F00-AF35-B1EE9C9A855C}" srcOrd="0" destOrd="0" presId="urn:microsoft.com/office/officeart/2005/8/layout/vList2"/>
    <dgm:cxn modelId="{D0DD04AE-8443-4536-834A-F70FE715B57A}" srcId="{8F622495-A4FE-428B-A799-52CC616907A8}" destId="{26172D48-12C2-4EDA-A0C6-8B0F0BFA9453}" srcOrd="1" destOrd="0" parTransId="{0EED5FBF-5BA3-4D14-B042-8B17A7857BCB}" sibTransId="{FD0F74B9-A20F-4354-8A4B-51D36368ED7B}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19727ADB-3E4A-4639-AC09-41CA2307676C}" type="presParOf" srcId="{1E2CB9EA-2E0B-4CB4-AB77-CCE0F8F6413F}" destId="{AC55C8BE-A06C-4312-A46F-293F1DE2A766}" srcOrd="0" destOrd="0" presId="urn:microsoft.com/office/officeart/2005/8/layout/vList2"/>
    <dgm:cxn modelId="{4B0B8A9A-DE14-4DC8-BFA8-BEA48348846C}" type="presParOf" srcId="{1E2CB9EA-2E0B-4CB4-AB77-CCE0F8F6413F}" destId="{163CBC4E-4C12-4C97-B609-1E18058C4A2B}" srcOrd="1" destOrd="0" presId="urn:microsoft.com/office/officeart/2005/8/layout/vList2"/>
    <dgm:cxn modelId="{AD48143B-A002-4BA4-B26F-1C8178F41959}" type="presParOf" srcId="{1E2CB9EA-2E0B-4CB4-AB77-CCE0F8F6413F}" destId="{A18B457B-DE52-4F00-AF35-B1EE9C9A855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E44422B5-6C37-4B05-934B-C8574DE9B0BE}">
      <dgm:prSet custT="1"/>
      <dgm:spPr/>
      <dgm:t>
        <a:bodyPr/>
        <a:lstStyle/>
        <a:p>
          <a:pPr>
            <a:buNone/>
          </a:pPr>
          <a:r>
            <a:rPr lang="en-US" sz="2800" b="0" dirty="0"/>
            <a:t>SQL: Data integrity, reliable persistence</a:t>
          </a:r>
          <a:endParaRPr lang="en-IN" sz="2800" b="0" dirty="0"/>
        </a:p>
      </dgm:t>
    </dgm:pt>
    <dgm:pt modelId="{65BC6567-4938-4A4D-9F5E-F5E0665051E2}" type="parTrans" cxnId="{CC692423-07F7-42F5-8F65-698ED8DBA53F}">
      <dgm:prSet/>
      <dgm:spPr/>
      <dgm:t>
        <a:bodyPr/>
        <a:lstStyle/>
        <a:p>
          <a:endParaRPr lang="en-IN"/>
        </a:p>
      </dgm:t>
    </dgm:pt>
    <dgm:pt modelId="{FD967BFE-9DFF-4D71-951C-A928B28C8C18}" type="sibTrans" cxnId="{CC692423-07F7-42F5-8F65-698ED8DBA53F}">
      <dgm:prSet/>
      <dgm:spPr/>
      <dgm:t>
        <a:bodyPr/>
        <a:lstStyle/>
        <a:p>
          <a:endParaRPr lang="en-IN"/>
        </a:p>
      </dgm:t>
    </dgm:pt>
    <dgm:pt modelId="{6B9990CA-2C3E-465E-8EE9-824A74DBE8DA}">
      <dgm:prSet custT="1"/>
      <dgm:spPr/>
      <dgm:t>
        <a:bodyPr/>
        <a:lstStyle/>
        <a:p>
          <a:pPr>
            <a:buNone/>
          </a:pPr>
          <a:r>
            <a:rPr lang="en-US" sz="2800" b="0" dirty="0"/>
            <a:t>. Redis: Low-latency, high-concurrency, caching layer.</a:t>
          </a:r>
          <a:endParaRPr lang="en-IN" sz="2800" b="0" dirty="0"/>
        </a:p>
      </dgm:t>
    </dgm:pt>
    <dgm:pt modelId="{FF3095CA-6BE9-4D5C-9F86-1D31169D3964}" type="parTrans" cxnId="{C38FF759-77C3-4F0F-89AA-28FD7C1B4FE4}">
      <dgm:prSet/>
      <dgm:spPr/>
      <dgm:t>
        <a:bodyPr/>
        <a:lstStyle/>
        <a:p>
          <a:endParaRPr lang="en-IN"/>
        </a:p>
      </dgm:t>
    </dgm:pt>
    <dgm:pt modelId="{A6B8CEA7-0888-4C32-AA84-04E0E77D71BB}" type="sibTrans" cxnId="{C38FF759-77C3-4F0F-89AA-28FD7C1B4FE4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329D52A6-DA6C-41F9-BBB0-DB36B959A2F9}" type="pres">
      <dgm:prSet presAssocID="{E44422B5-6C37-4B05-934B-C8574DE9B0B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84C31BA-0A50-43EC-9E4F-49BD11739273}" type="pres">
      <dgm:prSet presAssocID="{FD967BFE-9DFF-4D71-951C-A928B28C8C18}" presName="spacer" presStyleCnt="0"/>
      <dgm:spPr/>
    </dgm:pt>
    <dgm:pt modelId="{6EB3277B-55B6-41C1-9184-86DB4F3990B4}" type="pres">
      <dgm:prSet presAssocID="{6B9990CA-2C3E-465E-8EE9-824A74DBE8D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C692423-07F7-42F5-8F65-698ED8DBA53F}" srcId="{8F622495-A4FE-428B-A799-52CC616907A8}" destId="{E44422B5-6C37-4B05-934B-C8574DE9B0BE}" srcOrd="0" destOrd="0" parTransId="{65BC6567-4938-4A4D-9F5E-F5E0665051E2}" sibTransId="{FD967BFE-9DFF-4D71-951C-A928B28C8C18}"/>
    <dgm:cxn modelId="{C38FF759-77C3-4F0F-89AA-28FD7C1B4FE4}" srcId="{8F622495-A4FE-428B-A799-52CC616907A8}" destId="{6B9990CA-2C3E-465E-8EE9-824A74DBE8DA}" srcOrd="1" destOrd="0" parTransId="{FF3095CA-6BE9-4D5C-9F86-1D31169D3964}" sibTransId="{A6B8CEA7-0888-4C32-AA84-04E0E77D71BB}"/>
    <dgm:cxn modelId="{26667CB3-EDD0-46BD-BE9B-DAEFD02027B0}" type="presOf" srcId="{6B9990CA-2C3E-465E-8EE9-824A74DBE8DA}" destId="{6EB3277B-55B6-41C1-9184-86DB4F3990B4}" srcOrd="0" destOrd="0" presId="urn:microsoft.com/office/officeart/2005/8/layout/vList2"/>
    <dgm:cxn modelId="{CD2DF4BA-0EA3-4E3A-BF61-9480E8140C7C}" type="presOf" srcId="{E44422B5-6C37-4B05-934B-C8574DE9B0BE}" destId="{329D52A6-DA6C-41F9-BBB0-DB36B959A2F9}" srcOrd="0" destOrd="0" presId="urn:microsoft.com/office/officeart/2005/8/layout/vList2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347908EC-C06A-43C0-AB8B-894AA9E4CF95}" type="presParOf" srcId="{1E2CB9EA-2E0B-4CB4-AB77-CCE0F8F6413F}" destId="{329D52A6-DA6C-41F9-BBB0-DB36B959A2F9}" srcOrd="0" destOrd="0" presId="urn:microsoft.com/office/officeart/2005/8/layout/vList2"/>
    <dgm:cxn modelId="{9EEE6C62-7B06-419B-AF5C-439202119A06}" type="presParOf" srcId="{1E2CB9EA-2E0B-4CB4-AB77-CCE0F8F6413F}" destId="{784C31BA-0A50-43EC-9E4F-49BD11739273}" srcOrd="1" destOrd="0" presId="urn:microsoft.com/office/officeart/2005/8/layout/vList2"/>
    <dgm:cxn modelId="{60C35649-62E3-49CF-9C3C-0D836F94D257}" type="presParOf" srcId="{1E2CB9EA-2E0B-4CB4-AB77-CCE0F8F6413F}" destId="{6EB3277B-55B6-41C1-9184-86DB4F3990B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E44422B5-6C37-4B05-934B-C8574DE9B0BE}">
      <dgm:prSet custT="1"/>
      <dgm:spPr/>
      <dgm:t>
        <a:bodyPr/>
        <a:lstStyle/>
        <a:p>
          <a:pPr>
            <a:buNone/>
          </a:pPr>
          <a:r>
            <a:rPr lang="en-US" sz="2800" b="0" dirty="0"/>
            <a:t>Semantic: Meaning, vector similarity. Metadata:</a:t>
          </a:r>
          <a:endParaRPr lang="en-IN" sz="2800" b="0" dirty="0"/>
        </a:p>
      </dgm:t>
    </dgm:pt>
    <dgm:pt modelId="{65BC6567-4938-4A4D-9F5E-F5E0665051E2}" type="parTrans" cxnId="{CC692423-07F7-42F5-8F65-698ED8DBA53F}">
      <dgm:prSet/>
      <dgm:spPr/>
      <dgm:t>
        <a:bodyPr/>
        <a:lstStyle/>
        <a:p>
          <a:endParaRPr lang="en-IN"/>
        </a:p>
      </dgm:t>
    </dgm:pt>
    <dgm:pt modelId="{FD967BFE-9DFF-4D71-951C-A928B28C8C18}" type="sibTrans" cxnId="{CC692423-07F7-42F5-8F65-698ED8DBA53F}">
      <dgm:prSet/>
      <dgm:spPr/>
      <dgm:t>
        <a:bodyPr/>
        <a:lstStyle/>
        <a:p>
          <a:endParaRPr lang="en-IN"/>
        </a:p>
      </dgm:t>
    </dgm:pt>
    <dgm:pt modelId="{D2026873-7CCE-44D1-8E5F-DCFDF83CE5FC}">
      <dgm:prSet custT="1"/>
      <dgm:spPr/>
      <dgm:t>
        <a:bodyPr/>
        <a:lstStyle/>
        <a:p>
          <a:pPr>
            <a:buNone/>
          </a:pPr>
          <a:r>
            <a:rPr lang="en-US" sz="2800" b="0" dirty="0"/>
            <a:t>Structured, </a:t>
          </a:r>
          <a:r>
            <a:rPr lang="en-US" sz="2800" b="0" dirty="0" err="1"/>
            <a:t>boolean</a:t>
          </a:r>
          <a:r>
            <a:rPr lang="en-US" sz="2800" b="0" dirty="0"/>
            <a:t> logic, exact match </a:t>
          </a:r>
          <a:r>
            <a:rPr lang="en-US" sz="2800" b="0"/>
            <a:t>on attributes</a:t>
          </a:r>
          <a:endParaRPr lang="en-IN" sz="2800" b="0" dirty="0"/>
        </a:p>
      </dgm:t>
    </dgm:pt>
    <dgm:pt modelId="{8A885BBA-0ADD-4F0E-B2F0-C8A7B247E89B}" type="parTrans" cxnId="{CC3D21F6-DB86-43A5-913B-1EFBD1A89688}">
      <dgm:prSet/>
      <dgm:spPr/>
      <dgm:t>
        <a:bodyPr/>
        <a:lstStyle/>
        <a:p>
          <a:endParaRPr lang="en-IN"/>
        </a:p>
      </dgm:t>
    </dgm:pt>
    <dgm:pt modelId="{393067BE-02F1-4F2B-B200-7905741300C3}" type="sibTrans" cxnId="{CC3D21F6-DB86-43A5-913B-1EFBD1A89688}">
      <dgm:prSet/>
      <dgm:spPr/>
      <dgm:t>
        <a:bodyPr/>
        <a:lstStyle/>
        <a:p>
          <a:endParaRPr lang="en-IN"/>
        </a:p>
      </dgm:t>
    </dgm:pt>
    <dgm:pt modelId="{B66882A2-39F4-4744-BDB4-330437D8746B}">
      <dgm:prSet custT="1"/>
      <dgm:spPr/>
      <dgm:t>
        <a:bodyPr/>
        <a:lstStyle/>
        <a:p>
          <a:pPr>
            <a:buNone/>
          </a:pPr>
          <a:r>
            <a:rPr lang="en-US" sz="2800" b="0"/>
            <a:t>. Need for both: Ensures retrieved documents are both relevant (semantic) and correct/authorized (structured).</a:t>
          </a:r>
          <a:endParaRPr lang="en-IN" sz="2800" b="0" dirty="0"/>
        </a:p>
      </dgm:t>
    </dgm:pt>
    <dgm:pt modelId="{5E21E568-6519-4D18-9800-6DE444A7183B}" type="parTrans" cxnId="{5982FE1E-26FA-462F-A87D-1288B1FD58E4}">
      <dgm:prSet/>
      <dgm:spPr/>
      <dgm:t>
        <a:bodyPr/>
        <a:lstStyle/>
        <a:p>
          <a:endParaRPr lang="en-IN"/>
        </a:p>
      </dgm:t>
    </dgm:pt>
    <dgm:pt modelId="{5E6DA5EA-7BA4-4072-B39A-C85DA71D0162}" type="sibTrans" cxnId="{5982FE1E-26FA-462F-A87D-1288B1FD58E4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329D52A6-DA6C-41F9-BBB0-DB36B959A2F9}" type="pres">
      <dgm:prSet presAssocID="{E44422B5-6C37-4B05-934B-C8574DE9B0B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1EB1ABC-F14C-412E-8901-D0A6A838B2F0}" type="pres">
      <dgm:prSet presAssocID="{FD967BFE-9DFF-4D71-951C-A928B28C8C18}" presName="spacer" presStyleCnt="0"/>
      <dgm:spPr/>
    </dgm:pt>
    <dgm:pt modelId="{91784896-604B-4348-A0F1-55BC76FDA1BA}" type="pres">
      <dgm:prSet presAssocID="{D2026873-7CCE-44D1-8E5F-DCFDF83CE5F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36B7CF2-B7B1-4331-8321-3BDC4858490B}" type="pres">
      <dgm:prSet presAssocID="{393067BE-02F1-4F2B-B200-7905741300C3}" presName="spacer" presStyleCnt="0"/>
      <dgm:spPr/>
    </dgm:pt>
    <dgm:pt modelId="{A0620277-C48D-4FEA-91E7-3599AE051166}" type="pres">
      <dgm:prSet presAssocID="{B66882A2-39F4-4744-BDB4-330437D8746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982FE1E-26FA-462F-A87D-1288B1FD58E4}" srcId="{8F622495-A4FE-428B-A799-52CC616907A8}" destId="{B66882A2-39F4-4744-BDB4-330437D8746B}" srcOrd="2" destOrd="0" parTransId="{5E21E568-6519-4D18-9800-6DE444A7183B}" sibTransId="{5E6DA5EA-7BA4-4072-B39A-C85DA71D0162}"/>
    <dgm:cxn modelId="{CC692423-07F7-42F5-8F65-698ED8DBA53F}" srcId="{8F622495-A4FE-428B-A799-52CC616907A8}" destId="{E44422B5-6C37-4B05-934B-C8574DE9B0BE}" srcOrd="0" destOrd="0" parTransId="{65BC6567-4938-4A4D-9F5E-F5E0665051E2}" sibTransId="{FD967BFE-9DFF-4D71-951C-A928B28C8C18}"/>
    <dgm:cxn modelId="{89533F27-3C0B-4DDB-8D6B-9348B7AE1E4B}" type="presOf" srcId="{D2026873-7CCE-44D1-8E5F-DCFDF83CE5FC}" destId="{91784896-604B-4348-A0F1-55BC76FDA1BA}" srcOrd="0" destOrd="0" presId="urn:microsoft.com/office/officeart/2005/8/layout/vList2"/>
    <dgm:cxn modelId="{DE194E58-0600-4B0A-8E50-EB1118FD8BB6}" type="presOf" srcId="{B66882A2-39F4-4744-BDB4-330437D8746B}" destId="{A0620277-C48D-4FEA-91E7-3599AE051166}" srcOrd="0" destOrd="0" presId="urn:microsoft.com/office/officeart/2005/8/layout/vList2"/>
    <dgm:cxn modelId="{CD2DF4BA-0EA3-4E3A-BF61-9480E8140C7C}" type="presOf" srcId="{E44422B5-6C37-4B05-934B-C8574DE9B0BE}" destId="{329D52A6-DA6C-41F9-BBB0-DB36B959A2F9}" srcOrd="0" destOrd="0" presId="urn:microsoft.com/office/officeart/2005/8/layout/vList2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CC3D21F6-DB86-43A5-913B-1EFBD1A89688}" srcId="{8F622495-A4FE-428B-A799-52CC616907A8}" destId="{D2026873-7CCE-44D1-8E5F-DCFDF83CE5FC}" srcOrd="1" destOrd="0" parTransId="{8A885BBA-0ADD-4F0E-B2F0-C8A7B247E89B}" sibTransId="{393067BE-02F1-4F2B-B200-7905741300C3}"/>
    <dgm:cxn modelId="{347908EC-C06A-43C0-AB8B-894AA9E4CF95}" type="presParOf" srcId="{1E2CB9EA-2E0B-4CB4-AB77-CCE0F8F6413F}" destId="{329D52A6-DA6C-41F9-BBB0-DB36B959A2F9}" srcOrd="0" destOrd="0" presId="urn:microsoft.com/office/officeart/2005/8/layout/vList2"/>
    <dgm:cxn modelId="{73EFE5AC-77A6-4E5C-B4B7-831DEB52E1BB}" type="presParOf" srcId="{1E2CB9EA-2E0B-4CB4-AB77-CCE0F8F6413F}" destId="{A1EB1ABC-F14C-412E-8901-D0A6A838B2F0}" srcOrd="1" destOrd="0" presId="urn:microsoft.com/office/officeart/2005/8/layout/vList2"/>
    <dgm:cxn modelId="{1A55CF2D-3E90-4069-B9F2-B190EAF45F0D}" type="presParOf" srcId="{1E2CB9EA-2E0B-4CB4-AB77-CCE0F8F6413F}" destId="{91784896-604B-4348-A0F1-55BC76FDA1BA}" srcOrd="2" destOrd="0" presId="urn:microsoft.com/office/officeart/2005/8/layout/vList2"/>
    <dgm:cxn modelId="{E8EE82CB-347E-40AC-ABBF-AF3731CC3428}" type="presParOf" srcId="{1E2CB9EA-2E0B-4CB4-AB77-CCE0F8F6413F}" destId="{136B7CF2-B7B1-4331-8321-3BDC4858490B}" srcOrd="3" destOrd="0" presId="urn:microsoft.com/office/officeart/2005/8/layout/vList2"/>
    <dgm:cxn modelId="{91AC4B0E-D87C-46E9-8988-F182097C485E}" type="presParOf" srcId="{1E2CB9EA-2E0B-4CB4-AB77-CCE0F8F6413F}" destId="{A0620277-C48D-4FEA-91E7-3599AE05116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01E592-11D5-4BFB-8AFD-90D8F5F51859}">
      <dsp:nvSpPr>
        <dsp:cNvPr id="0" name=""/>
        <dsp:cNvSpPr/>
      </dsp:nvSpPr>
      <dsp:spPr>
        <a:xfrm>
          <a:off x="0" y="26230"/>
          <a:ext cx="7128933" cy="11231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800" kern="1200" dirty="0"/>
            <a:t>Agenda</a:t>
          </a:r>
        </a:p>
      </dsp:txBody>
      <dsp:txXfrm>
        <a:off x="54830" y="81060"/>
        <a:ext cx="7019273" cy="1013539"/>
      </dsp:txXfrm>
    </dsp:sp>
    <dsp:sp modelId="{000203FE-B8EB-4BF3-A2A1-C7FF8110D335}">
      <dsp:nvSpPr>
        <dsp:cNvPr id="0" name=""/>
        <dsp:cNvSpPr/>
      </dsp:nvSpPr>
      <dsp:spPr>
        <a:xfrm>
          <a:off x="0" y="1149430"/>
          <a:ext cx="7128933" cy="357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6344" tIns="60960" rIns="341376" bIns="60960" numCol="1" spcCol="1270" anchor="t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700" kern="1200" dirty="0" err="1"/>
            <a:t>LangChain</a:t>
          </a:r>
          <a:r>
            <a:rPr lang="en-IN" sz="3700" kern="1200" dirty="0"/>
            <a:t> recap</a:t>
          </a: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/>
            <a:t>Agents work</a:t>
          </a:r>
          <a:endParaRPr lang="en-IN" sz="3700" kern="1200" dirty="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 dirty="0"/>
            <a:t>Tools</a:t>
          </a:r>
          <a:endParaRPr lang="en-IN" sz="3700" kern="1200" dirty="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 dirty="0" err="1"/>
            <a:t>ReAct</a:t>
          </a:r>
          <a:r>
            <a:rPr lang="en-US" sz="3700" kern="1200" dirty="0"/>
            <a:t> agents</a:t>
          </a:r>
          <a:endParaRPr lang="en-IN" sz="3700" kern="1200" dirty="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 dirty="0"/>
            <a:t>Memory storage</a:t>
          </a:r>
          <a:endParaRPr lang="en-IN" sz="3700" kern="1200" dirty="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 dirty="0"/>
            <a:t>Patterns</a:t>
          </a:r>
          <a:endParaRPr lang="en-IN" sz="3700" kern="1200" dirty="0"/>
        </a:p>
      </dsp:txBody>
      <dsp:txXfrm>
        <a:off x="0" y="1149430"/>
        <a:ext cx="7128933" cy="35769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F36AF3-4476-4AE4-9851-6A6B92E97ADE}">
      <dsp:nvSpPr>
        <dsp:cNvPr id="0" name=""/>
        <dsp:cNvSpPr/>
      </dsp:nvSpPr>
      <dsp:spPr>
        <a:xfrm>
          <a:off x="0" y="124499"/>
          <a:ext cx="8305800" cy="8236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Mechanism: Stores all messages in a Python dictionary (store) during the program's runtime.</a:t>
          </a:r>
          <a:endParaRPr lang="en-IN" sz="2200" kern="1200"/>
        </a:p>
      </dsp:txBody>
      <dsp:txXfrm>
        <a:off x="40209" y="164708"/>
        <a:ext cx="8225382" cy="743262"/>
      </dsp:txXfrm>
    </dsp:sp>
    <dsp:sp modelId="{19C7EAE9-8CB9-4DBF-A438-3ADA62986519}">
      <dsp:nvSpPr>
        <dsp:cNvPr id="0" name=""/>
        <dsp:cNvSpPr/>
      </dsp:nvSpPr>
      <dsp:spPr>
        <a:xfrm>
          <a:off x="0" y="1011540"/>
          <a:ext cx="8305800" cy="8236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 Case: Quick testing, simple chat interfaces, or sessions that don't need to persist after the server shuts down.</a:t>
          </a:r>
          <a:endParaRPr lang="en-IN" sz="2200" kern="1200"/>
        </a:p>
      </dsp:txBody>
      <dsp:txXfrm>
        <a:off x="40209" y="1051749"/>
        <a:ext cx="8225382" cy="743262"/>
      </dsp:txXfrm>
    </dsp:sp>
    <dsp:sp modelId="{C9AA8CFE-90FD-4F49-A6ED-A413AF424E98}">
      <dsp:nvSpPr>
        <dsp:cNvPr id="0" name=""/>
        <dsp:cNvSpPr/>
      </dsp:nvSpPr>
      <dsp:spPr>
        <a:xfrm>
          <a:off x="0" y="1898580"/>
          <a:ext cx="8305800" cy="8236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Key Component: RunnableWithMessageHistory automatically manages injecting the message list into the MessagesPlaceholder in the prompt.</a:t>
          </a:r>
          <a:endParaRPr lang="en-IN" sz="2200" kern="1200"/>
        </a:p>
      </dsp:txBody>
      <dsp:txXfrm>
        <a:off x="40209" y="1938789"/>
        <a:ext cx="8225382" cy="743262"/>
      </dsp:txXfrm>
    </dsp:sp>
    <dsp:sp modelId="{FB6E0639-C96F-4FEE-9D80-1FA4955ED351}">
      <dsp:nvSpPr>
        <dsp:cNvPr id="0" name=""/>
        <dsp:cNvSpPr/>
      </dsp:nvSpPr>
      <dsp:spPr>
        <a:xfrm>
          <a:off x="0" y="2785620"/>
          <a:ext cx="8305800" cy="8236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Class: ChatMessageHistory (The modern, correct class name for in-memory history).</a:t>
          </a:r>
          <a:endParaRPr lang="en-IN" sz="2200" kern="1200"/>
        </a:p>
      </dsp:txBody>
      <dsp:txXfrm>
        <a:off x="40209" y="2825829"/>
        <a:ext cx="8225382" cy="7432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F36AF3-4476-4AE4-9851-6A6B92E97ADE}">
      <dsp:nvSpPr>
        <dsp:cNvPr id="0" name=""/>
        <dsp:cNvSpPr/>
      </dsp:nvSpPr>
      <dsp:spPr>
        <a:xfrm>
          <a:off x="0" y="45299"/>
          <a:ext cx="8305800" cy="861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Mechanism: Stores the entire conversation as a JSON file (e.g., session-id.json) on the local disk.</a:t>
          </a:r>
          <a:endParaRPr lang="en-IN" sz="2300" kern="1200"/>
        </a:p>
      </dsp:txBody>
      <dsp:txXfrm>
        <a:off x="42036" y="87335"/>
        <a:ext cx="8221728" cy="777048"/>
      </dsp:txXfrm>
    </dsp:sp>
    <dsp:sp modelId="{E62CFA3D-ECED-46A5-B897-1AD8995AF2C4}">
      <dsp:nvSpPr>
        <dsp:cNvPr id="0" name=""/>
        <dsp:cNvSpPr/>
      </dsp:nvSpPr>
      <dsp:spPr>
        <a:xfrm>
          <a:off x="0" y="972659"/>
          <a:ext cx="8305800" cy="861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 Case: Single-user chatbots, restarting a demo, or when a full database is overkill.</a:t>
          </a:r>
          <a:endParaRPr lang="en-IN" sz="2300" kern="1200"/>
        </a:p>
      </dsp:txBody>
      <dsp:txXfrm>
        <a:off x="42036" y="1014695"/>
        <a:ext cx="8221728" cy="777048"/>
      </dsp:txXfrm>
    </dsp:sp>
    <dsp:sp modelId="{F5B1D4CB-1A98-4FA1-8CFF-CC4DC434A4B8}">
      <dsp:nvSpPr>
        <dsp:cNvPr id="0" name=""/>
        <dsp:cNvSpPr/>
      </dsp:nvSpPr>
      <dsp:spPr>
        <a:xfrm>
          <a:off x="0" y="1900020"/>
          <a:ext cx="8305800" cy="861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Persistence: The history survives program restarts.</a:t>
          </a:r>
          <a:endParaRPr lang="en-IN" sz="2300" kern="1200"/>
        </a:p>
      </dsp:txBody>
      <dsp:txXfrm>
        <a:off x="42036" y="1942056"/>
        <a:ext cx="8221728" cy="777048"/>
      </dsp:txXfrm>
    </dsp:sp>
    <dsp:sp modelId="{9C05159F-6D28-4C76-AB56-50589797EF77}">
      <dsp:nvSpPr>
        <dsp:cNvPr id="0" name=""/>
        <dsp:cNvSpPr/>
      </dsp:nvSpPr>
      <dsp:spPr>
        <a:xfrm>
          <a:off x="0" y="2827380"/>
          <a:ext cx="8305800" cy="861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Key Setup: The factory function must manage the file path (os.path.join(HISTORY_DIR, f"{session_id}.json")).</a:t>
          </a:r>
          <a:endParaRPr lang="en-IN" sz="2300" kern="1200"/>
        </a:p>
      </dsp:txBody>
      <dsp:txXfrm>
        <a:off x="42036" y="2869416"/>
        <a:ext cx="8221728" cy="7770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F36AF3-4476-4AE4-9851-6A6B92E97ADE}">
      <dsp:nvSpPr>
        <dsp:cNvPr id="0" name=""/>
        <dsp:cNvSpPr/>
      </dsp:nvSpPr>
      <dsp:spPr>
        <a:xfrm>
          <a:off x="0" y="45299"/>
          <a:ext cx="8305800" cy="861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Mechanism:</a:t>
          </a:r>
          <a:r>
            <a:rPr lang="en-IN" sz="2300" kern="1200"/>
            <a:t> Uses </a:t>
          </a:r>
          <a:r>
            <a:rPr lang="en-IN" sz="2300" b="1" kern="1200"/>
            <a:t>SQLAlchemy</a:t>
          </a:r>
          <a:r>
            <a:rPr lang="en-IN" sz="2300" kern="1200"/>
            <a:t> via SQLChatMessageHistory to store messages in a database table (e.g., MySQL, Postgres).</a:t>
          </a:r>
        </a:p>
      </dsp:txBody>
      <dsp:txXfrm>
        <a:off x="42036" y="87335"/>
        <a:ext cx="8221728" cy="777048"/>
      </dsp:txXfrm>
    </dsp:sp>
    <dsp:sp modelId="{D85FE6A0-EEF6-435E-99A9-37594FF3DB64}">
      <dsp:nvSpPr>
        <dsp:cNvPr id="0" name=""/>
        <dsp:cNvSpPr/>
      </dsp:nvSpPr>
      <dsp:spPr>
        <a:xfrm>
          <a:off x="0" y="972659"/>
          <a:ext cx="8305800" cy="861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Use Case:</a:t>
          </a:r>
          <a:r>
            <a:rPr lang="en-US" sz="2300" kern="1200"/>
            <a:t> Multi-user applications, scaling to many simultaneous conversations, data integrity required.</a:t>
          </a:r>
        </a:p>
      </dsp:txBody>
      <dsp:txXfrm>
        <a:off x="42036" y="1014695"/>
        <a:ext cx="8221728" cy="777048"/>
      </dsp:txXfrm>
    </dsp:sp>
    <dsp:sp modelId="{B07A05B2-8502-4166-9FD3-68B7F2391EA3}">
      <dsp:nvSpPr>
        <dsp:cNvPr id="0" name=""/>
        <dsp:cNvSpPr/>
      </dsp:nvSpPr>
      <dsp:spPr>
        <a:xfrm>
          <a:off x="0" y="1900020"/>
          <a:ext cx="8305800" cy="861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Setup:</a:t>
          </a:r>
          <a:r>
            <a:rPr lang="en-US" sz="2300" kern="1200"/>
            <a:t> Requires a connection string (DB_URL) and an indexed session_id column for fast retrieval.</a:t>
          </a:r>
        </a:p>
      </dsp:txBody>
      <dsp:txXfrm>
        <a:off x="42036" y="1942056"/>
        <a:ext cx="8221728" cy="777048"/>
      </dsp:txXfrm>
    </dsp:sp>
    <dsp:sp modelId="{8ED24DE2-20E0-4428-8208-B419A0289212}">
      <dsp:nvSpPr>
        <dsp:cNvPr id="0" name=""/>
        <dsp:cNvSpPr/>
      </dsp:nvSpPr>
      <dsp:spPr>
        <a:xfrm>
          <a:off x="0" y="2827380"/>
          <a:ext cx="8305800" cy="861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DDL:</a:t>
          </a:r>
          <a:r>
            <a:rPr lang="en-US" sz="2300" kern="1200"/>
            <a:t> LangChain creates the table, typically with id, session_id, and message (TEXT).</a:t>
          </a:r>
        </a:p>
      </dsp:txBody>
      <dsp:txXfrm>
        <a:off x="42036" y="2869416"/>
        <a:ext cx="8221728" cy="7770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F36AF3-4476-4AE4-9851-6A6B92E97ADE}">
      <dsp:nvSpPr>
        <dsp:cNvPr id="0" name=""/>
        <dsp:cNvSpPr/>
      </dsp:nvSpPr>
      <dsp:spPr>
        <a:xfrm>
          <a:off x="0" y="24599"/>
          <a:ext cx="8305800" cy="1184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Goal:</a:t>
          </a:r>
          <a:r>
            <a:rPr lang="en-US" sz="2300" kern="1200"/>
            <a:t> Allow the LLM (like Llama 3) to execute custom Python functions (tools) to fetch </a:t>
          </a:r>
          <a:r>
            <a:rPr lang="en-US" sz="2300" b="1" kern="1200"/>
            <a:t>live data</a:t>
          </a:r>
          <a:r>
            <a:rPr lang="en-US" sz="2300" kern="1200"/>
            <a:t> (e.g., crypto prices) or run complex logic.</a:t>
          </a:r>
          <a:endParaRPr lang="en-IN" sz="2300" kern="1200"/>
        </a:p>
      </dsp:txBody>
      <dsp:txXfrm>
        <a:off x="57800" y="82399"/>
        <a:ext cx="8190200" cy="1068440"/>
      </dsp:txXfrm>
    </dsp:sp>
    <dsp:sp modelId="{050B30E3-6AA1-4128-82D2-70782144777A}">
      <dsp:nvSpPr>
        <dsp:cNvPr id="0" name=""/>
        <dsp:cNvSpPr/>
      </dsp:nvSpPr>
      <dsp:spPr>
        <a:xfrm>
          <a:off x="0" y="1274880"/>
          <a:ext cx="8305800" cy="1184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Process:</a:t>
          </a:r>
          <a:r>
            <a:rPr lang="en-US" sz="2300" kern="1200"/>
            <a:t> The LLM's prompt includes the tool schemas (bind_tools). The LLM decides to call the tool and generates a </a:t>
          </a:r>
          <a:r>
            <a:rPr lang="en-US" sz="2300" b="1" kern="1200"/>
            <a:t>structured JSON output</a:t>
          </a:r>
          <a:r>
            <a:rPr lang="en-US" sz="2300" kern="1200"/>
            <a:t>.</a:t>
          </a:r>
        </a:p>
      </dsp:txBody>
      <dsp:txXfrm>
        <a:off x="57800" y="1332680"/>
        <a:ext cx="8190200" cy="1068440"/>
      </dsp:txXfrm>
    </dsp:sp>
    <dsp:sp modelId="{8C75735B-9312-4722-9322-9F6A9B4EBCCB}">
      <dsp:nvSpPr>
        <dsp:cNvPr id="0" name=""/>
        <dsp:cNvSpPr/>
      </dsp:nvSpPr>
      <dsp:spPr>
        <a:xfrm>
          <a:off x="0" y="2525160"/>
          <a:ext cx="8305800" cy="1184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Tool Definition:</a:t>
          </a:r>
          <a:r>
            <a:rPr lang="en-US" sz="2300" kern="1200"/>
            <a:t> Uses the @tool decorator and Pydantic schemas to strictly define the tool's input.</a:t>
          </a:r>
        </a:p>
      </dsp:txBody>
      <dsp:txXfrm>
        <a:off x="57800" y="2582960"/>
        <a:ext cx="8190200" cy="10684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6FB575-3125-4DB6-844F-F03FA845DF68}">
      <dsp:nvSpPr>
        <dsp:cNvPr id="0" name=""/>
        <dsp:cNvSpPr/>
      </dsp:nvSpPr>
      <dsp:spPr>
        <a:xfrm>
          <a:off x="0" y="299909"/>
          <a:ext cx="8305800" cy="153387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Definition:</a:t>
          </a:r>
          <a:r>
            <a:rPr lang="en-US" sz="2300" kern="1200"/>
            <a:t> Metadata filtering involves applying </a:t>
          </a:r>
          <a:r>
            <a:rPr lang="en-US" sz="2300" b="1" kern="1200"/>
            <a:t>structured constraints</a:t>
          </a:r>
          <a:r>
            <a:rPr lang="en-US" sz="2300" kern="1200"/>
            <a:t> (like dates, tags, IDs, user permissions) to the documents stored in a vector database </a:t>
          </a:r>
          <a:r>
            <a:rPr lang="en-US" sz="2300" i="1" kern="1200"/>
            <a:t>before</a:t>
          </a:r>
          <a:r>
            <a:rPr lang="en-US" sz="2300" kern="1200"/>
            <a:t> the vector similarity search is performed or </a:t>
          </a:r>
          <a:r>
            <a:rPr lang="en-US" sz="2300" i="1" kern="1200"/>
            <a:t>after</a:t>
          </a:r>
          <a:r>
            <a:rPr lang="en-US" sz="2300" kern="1200"/>
            <a:t> an initial search.</a:t>
          </a:r>
        </a:p>
      </dsp:txBody>
      <dsp:txXfrm>
        <a:off x="74877" y="374786"/>
        <a:ext cx="8156046" cy="1384116"/>
      </dsp:txXfrm>
    </dsp:sp>
    <dsp:sp modelId="{2CFE7DBA-3DCF-49D2-AD42-9C82F1FA7C57}">
      <dsp:nvSpPr>
        <dsp:cNvPr id="0" name=""/>
        <dsp:cNvSpPr/>
      </dsp:nvSpPr>
      <dsp:spPr>
        <a:xfrm>
          <a:off x="0" y="1900020"/>
          <a:ext cx="8305800" cy="153387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Purpose:</a:t>
          </a:r>
          <a:r>
            <a:rPr lang="en-US" sz="2300" kern="1200"/>
            <a:t> To </a:t>
          </a:r>
          <a:r>
            <a:rPr lang="en-US" sz="2300" b="1" kern="1200"/>
            <a:t>limit the search space</a:t>
          </a:r>
          <a:r>
            <a:rPr lang="en-US" sz="2300" kern="1200"/>
            <a:t> and </a:t>
          </a:r>
          <a:r>
            <a:rPr lang="en-US" sz="2300" b="1" kern="1200"/>
            <a:t>improve retrieval accuracy</a:t>
          </a:r>
          <a:r>
            <a:rPr lang="en-US" sz="2300" kern="1200"/>
            <a:t> by excluding irrelevant documents that might otherwise be semantically similar. This prevents the LLM from hallucinating based on outdated, unauthorized, or contextually inappropriate information.</a:t>
          </a:r>
        </a:p>
      </dsp:txBody>
      <dsp:txXfrm>
        <a:off x="74877" y="1974897"/>
        <a:ext cx="8156046" cy="138411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6FB575-3125-4DB6-844F-F03FA845DF68}">
      <dsp:nvSpPr>
        <dsp:cNvPr id="0" name=""/>
        <dsp:cNvSpPr/>
      </dsp:nvSpPr>
      <dsp:spPr>
        <a:xfrm>
          <a:off x="0" y="51059"/>
          <a:ext cx="8305800" cy="486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Ingestion:</a:t>
          </a:r>
          <a:r>
            <a:rPr lang="en-US" sz="1300" kern="1200"/>
            <a:t> When documents are converted into vectors (embeddings) and stored in the vector database, they are accompanied by a </a:t>
          </a:r>
          <a:r>
            <a:rPr lang="en-US" sz="1300" b="1" kern="1200"/>
            <a:t>metadata dictionary</a:t>
          </a:r>
          <a:r>
            <a:rPr lang="en-US" sz="1300" kern="1200"/>
            <a:t> containing structured information (e.g., {"author": "John Doe", "year": 2023}).</a:t>
          </a:r>
          <a:endParaRPr lang="en-US" sz="1300" kern="1200" dirty="0"/>
        </a:p>
      </dsp:txBody>
      <dsp:txXfrm>
        <a:off x="23760" y="74819"/>
        <a:ext cx="8258280" cy="439200"/>
      </dsp:txXfrm>
    </dsp:sp>
    <dsp:sp modelId="{1501D8CA-06DD-4E50-ABD7-EBA39E9E8141}">
      <dsp:nvSpPr>
        <dsp:cNvPr id="0" name=""/>
        <dsp:cNvSpPr/>
      </dsp:nvSpPr>
      <dsp:spPr>
        <a:xfrm>
          <a:off x="0" y="575219"/>
          <a:ext cx="8305800" cy="486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Query:</a:t>
          </a:r>
          <a:r>
            <a:rPr lang="en-US" sz="1300" kern="1200"/>
            <a:t> A user's query is processed, and the system extracts two parts:</a:t>
          </a:r>
        </a:p>
      </dsp:txBody>
      <dsp:txXfrm>
        <a:off x="23760" y="598979"/>
        <a:ext cx="8258280" cy="439200"/>
      </dsp:txXfrm>
    </dsp:sp>
    <dsp:sp modelId="{A56EFA75-643C-45A8-9A0E-395DF9C8E6C0}">
      <dsp:nvSpPr>
        <dsp:cNvPr id="0" name=""/>
        <dsp:cNvSpPr/>
      </dsp:nvSpPr>
      <dsp:spPr>
        <a:xfrm>
          <a:off x="0" y="1099379"/>
          <a:ext cx="8305800" cy="486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300" kern="1200"/>
            <a:t>The </a:t>
          </a:r>
          <a:r>
            <a:rPr lang="en-US" sz="1300" b="1" kern="1200"/>
            <a:t>vector query</a:t>
          </a:r>
          <a:r>
            <a:rPr lang="en-US" sz="1300" kern="1200"/>
            <a:t> (for semantic search).</a:t>
          </a:r>
        </a:p>
      </dsp:txBody>
      <dsp:txXfrm>
        <a:off x="23760" y="1123139"/>
        <a:ext cx="8258280" cy="439200"/>
      </dsp:txXfrm>
    </dsp:sp>
    <dsp:sp modelId="{61F1FA7B-8F79-4B76-81C9-C5CAEF6CE861}">
      <dsp:nvSpPr>
        <dsp:cNvPr id="0" name=""/>
        <dsp:cNvSpPr/>
      </dsp:nvSpPr>
      <dsp:spPr>
        <a:xfrm>
          <a:off x="0" y="1623539"/>
          <a:ext cx="8305800" cy="486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300" kern="1200"/>
            <a:t>The </a:t>
          </a:r>
          <a:r>
            <a:rPr lang="en-US" sz="1300" b="1" kern="1200"/>
            <a:t>metadata filter</a:t>
          </a:r>
          <a:r>
            <a:rPr lang="en-US" sz="1300" kern="1200"/>
            <a:t> (for structured search), often derived from the query or predefined by the application logic (e.g., "only documents written in 2024").</a:t>
          </a:r>
        </a:p>
      </dsp:txBody>
      <dsp:txXfrm>
        <a:off x="23760" y="1647299"/>
        <a:ext cx="8258280" cy="439200"/>
      </dsp:txXfrm>
    </dsp:sp>
    <dsp:sp modelId="{E09BCA46-B5AB-4761-AAE1-AB9975DC58E4}">
      <dsp:nvSpPr>
        <dsp:cNvPr id="0" name=""/>
        <dsp:cNvSpPr/>
      </dsp:nvSpPr>
      <dsp:spPr>
        <a:xfrm>
          <a:off x="0" y="2147700"/>
          <a:ext cx="8305800" cy="486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Filtering:</a:t>
          </a:r>
          <a:r>
            <a:rPr lang="en-US" sz="1300" kern="1200"/>
            <a:t> The vector database first applies the metadata filter, restricting the search to a subset of documents.</a:t>
          </a:r>
        </a:p>
      </dsp:txBody>
      <dsp:txXfrm>
        <a:off x="23760" y="2171460"/>
        <a:ext cx="8258280" cy="439200"/>
      </dsp:txXfrm>
    </dsp:sp>
    <dsp:sp modelId="{26D153C6-EC5D-4D8A-89FB-9A966A4CC5F5}">
      <dsp:nvSpPr>
        <dsp:cNvPr id="0" name=""/>
        <dsp:cNvSpPr/>
      </dsp:nvSpPr>
      <dsp:spPr>
        <a:xfrm>
          <a:off x="0" y="2671860"/>
          <a:ext cx="8305800" cy="486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Vector Search:</a:t>
          </a:r>
          <a:r>
            <a:rPr lang="en-US" sz="1300" kern="1200"/>
            <a:t> The semantic search (KNN/cosine similarity) is then run only on the </a:t>
          </a:r>
          <a:r>
            <a:rPr lang="en-US" sz="1300" b="1" kern="1200"/>
            <a:t>filtered subset</a:t>
          </a:r>
          <a:r>
            <a:rPr lang="en-US" sz="1300" kern="1200"/>
            <a:t>.</a:t>
          </a:r>
        </a:p>
      </dsp:txBody>
      <dsp:txXfrm>
        <a:off x="23760" y="2695620"/>
        <a:ext cx="8258280" cy="439200"/>
      </dsp:txXfrm>
    </dsp:sp>
    <dsp:sp modelId="{FC105FCE-0D8E-4A03-AB1D-78F4E3D2D700}">
      <dsp:nvSpPr>
        <dsp:cNvPr id="0" name=""/>
        <dsp:cNvSpPr/>
      </dsp:nvSpPr>
      <dsp:spPr>
        <a:xfrm>
          <a:off x="0" y="3196020"/>
          <a:ext cx="8305800" cy="486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Retrieval:</a:t>
          </a:r>
          <a:r>
            <a:rPr lang="en-US" sz="1300" kern="1200"/>
            <a:t> The top </a:t>
          </a:r>
          <a:r>
            <a:rPr lang="en-US" sz="1300" i="1" kern="1200"/>
            <a:t>k</a:t>
          </a:r>
          <a:r>
            <a:rPr lang="en-US" sz="1300" kern="1200"/>
            <a:t> most relevant documents from the filtered subset are returned to the RAG pipeline</a:t>
          </a:r>
        </a:p>
      </dsp:txBody>
      <dsp:txXfrm>
        <a:off x="23760" y="3219780"/>
        <a:ext cx="8258280" cy="4392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7341AD-1B59-405D-95FA-5191E526D586}">
      <dsp:nvSpPr>
        <dsp:cNvPr id="0" name=""/>
        <dsp:cNvSpPr/>
      </dsp:nvSpPr>
      <dsp:spPr>
        <a:xfrm>
          <a:off x="0" y="23137"/>
          <a:ext cx="8305800" cy="421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Temporal Filtering (Time):</a:t>
          </a:r>
          <a:endParaRPr lang="en-IN" sz="1800" kern="1200" dirty="0"/>
        </a:p>
      </dsp:txBody>
      <dsp:txXfrm>
        <a:off x="20561" y="43698"/>
        <a:ext cx="8264678" cy="380078"/>
      </dsp:txXfrm>
    </dsp:sp>
    <dsp:sp modelId="{E9CAA847-69EC-4F67-B739-51F3C8FDEFD7}">
      <dsp:nvSpPr>
        <dsp:cNvPr id="0" name=""/>
        <dsp:cNvSpPr/>
      </dsp:nvSpPr>
      <dsp:spPr>
        <a:xfrm>
          <a:off x="0" y="444337"/>
          <a:ext cx="8305800" cy="456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709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400" i="1" kern="1200" dirty="0"/>
            <a:t>Constraint:</a:t>
          </a:r>
          <a:r>
            <a:rPr lang="en-IN" sz="1400" kern="1200" dirty="0"/>
            <a:t> date &gt; '2024-01-01'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400" i="1" kern="1200" dirty="0"/>
            <a:t>Purpose:</a:t>
          </a:r>
          <a:r>
            <a:rPr lang="en-US" sz="1400" kern="1200" dirty="0"/>
            <a:t> Ensure the LLM only uses </a:t>
          </a:r>
          <a:r>
            <a:rPr lang="en-US" sz="1400" b="1" kern="1200" dirty="0"/>
            <a:t>up-to-date</a:t>
          </a:r>
          <a:r>
            <a:rPr lang="en-US" sz="1400" kern="1200" dirty="0"/>
            <a:t> policies, pricing, or news articles.</a:t>
          </a:r>
        </a:p>
      </dsp:txBody>
      <dsp:txXfrm>
        <a:off x="0" y="444337"/>
        <a:ext cx="8305800" cy="456435"/>
      </dsp:txXfrm>
    </dsp:sp>
    <dsp:sp modelId="{35B2B44F-1C6E-4E8F-94FF-87BE57FB9216}">
      <dsp:nvSpPr>
        <dsp:cNvPr id="0" name=""/>
        <dsp:cNvSpPr/>
      </dsp:nvSpPr>
      <dsp:spPr>
        <a:xfrm>
          <a:off x="0" y="900772"/>
          <a:ext cx="8305800" cy="421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Security and Access Control (User Permissions):</a:t>
          </a:r>
          <a:endParaRPr lang="en-US" sz="1800" kern="1200" dirty="0"/>
        </a:p>
      </dsp:txBody>
      <dsp:txXfrm>
        <a:off x="20561" y="921333"/>
        <a:ext cx="8264678" cy="380078"/>
      </dsp:txXfrm>
    </dsp:sp>
    <dsp:sp modelId="{92EC0F10-47F7-437F-8DB1-C97D4BF509BA}">
      <dsp:nvSpPr>
        <dsp:cNvPr id="0" name=""/>
        <dsp:cNvSpPr/>
      </dsp:nvSpPr>
      <dsp:spPr>
        <a:xfrm>
          <a:off x="0" y="1321972"/>
          <a:ext cx="8305800" cy="456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709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400" i="1" kern="1200" dirty="0"/>
            <a:t>Constraint:</a:t>
          </a:r>
          <a:r>
            <a:rPr lang="en-US" sz="1400" kern="1200" dirty="0"/>
            <a:t> </a:t>
          </a:r>
          <a:r>
            <a:rPr lang="en-US" sz="1400" kern="1200" dirty="0" err="1"/>
            <a:t>user_role</a:t>
          </a:r>
          <a:r>
            <a:rPr lang="en-US" sz="1400" kern="1200" dirty="0"/>
            <a:t> == 'admin' OR department IN ['Finance', 'HR']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400" i="1" kern="1200" dirty="0"/>
            <a:t>Purpose:</a:t>
          </a:r>
          <a:r>
            <a:rPr lang="en-US" sz="1400" kern="1200" dirty="0"/>
            <a:t> Guarantee that a user only retrieves documents they are </a:t>
          </a:r>
          <a:r>
            <a:rPr lang="en-US" sz="1400" b="1" kern="1200" dirty="0"/>
            <a:t>authorized</a:t>
          </a:r>
          <a:r>
            <a:rPr lang="en-US" sz="1400" kern="1200" dirty="0"/>
            <a:t> to see.</a:t>
          </a:r>
        </a:p>
      </dsp:txBody>
      <dsp:txXfrm>
        <a:off x="0" y="1321972"/>
        <a:ext cx="8305800" cy="456435"/>
      </dsp:txXfrm>
    </dsp:sp>
    <dsp:sp modelId="{56067ED4-D2F5-42C5-B6B6-27075A1F8098}">
      <dsp:nvSpPr>
        <dsp:cNvPr id="0" name=""/>
        <dsp:cNvSpPr/>
      </dsp:nvSpPr>
      <dsp:spPr>
        <a:xfrm>
          <a:off x="0" y="1778407"/>
          <a:ext cx="8305800" cy="421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Source/Source Type Control:</a:t>
          </a:r>
          <a:endParaRPr lang="en-IN" sz="1800" kern="1200" dirty="0"/>
        </a:p>
      </dsp:txBody>
      <dsp:txXfrm>
        <a:off x="20561" y="1798968"/>
        <a:ext cx="8264678" cy="380078"/>
      </dsp:txXfrm>
    </dsp:sp>
    <dsp:sp modelId="{364B3A90-55A3-4FBD-8806-6265B63D6995}">
      <dsp:nvSpPr>
        <dsp:cNvPr id="0" name=""/>
        <dsp:cNvSpPr/>
      </dsp:nvSpPr>
      <dsp:spPr>
        <a:xfrm>
          <a:off x="0" y="2199607"/>
          <a:ext cx="8305800" cy="633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709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400" i="1" kern="1200" dirty="0"/>
            <a:t>Constraint:</a:t>
          </a:r>
          <a:r>
            <a:rPr lang="en-US" sz="1400" kern="1200" dirty="0"/>
            <a:t> </a:t>
          </a:r>
          <a:r>
            <a:rPr lang="en-US" sz="1400" kern="1200" dirty="0" err="1"/>
            <a:t>source_type</a:t>
          </a:r>
          <a:r>
            <a:rPr lang="en-US" sz="1400" kern="1200" dirty="0"/>
            <a:t> == 'Internal Memo' AND </a:t>
          </a:r>
          <a:r>
            <a:rPr lang="en-US" sz="1400" kern="1200" dirty="0" err="1"/>
            <a:t>project_id</a:t>
          </a:r>
          <a:r>
            <a:rPr lang="en-US" sz="1400" kern="1200" dirty="0"/>
            <a:t> == 'P-42'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400" i="1" kern="1200" dirty="0"/>
            <a:t>Purpose:</a:t>
          </a:r>
          <a:r>
            <a:rPr lang="en-US" sz="1400" kern="1200" dirty="0"/>
            <a:t> Restrict answers to specific file types, projects, or domains, avoiding mixing technical manuals with marketing copy.</a:t>
          </a:r>
        </a:p>
      </dsp:txBody>
      <dsp:txXfrm>
        <a:off x="0" y="2199607"/>
        <a:ext cx="8305800" cy="633420"/>
      </dsp:txXfrm>
    </dsp:sp>
    <dsp:sp modelId="{3FAED369-659C-429F-A0F4-1A086E8B8A71}">
      <dsp:nvSpPr>
        <dsp:cNvPr id="0" name=""/>
        <dsp:cNvSpPr/>
      </dsp:nvSpPr>
      <dsp:spPr>
        <a:xfrm>
          <a:off x="0" y="2833027"/>
          <a:ext cx="8305800" cy="421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State Management:</a:t>
          </a:r>
          <a:endParaRPr lang="en-IN" sz="1800" kern="1200" dirty="0"/>
        </a:p>
      </dsp:txBody>
      <dsp:txXfrm>
        <a:off x="20561" y="2853588"/>
        <a:ext cx="8264678" cy="380078"/>
      </dsp:txXfrm>
    </dsp:sp>
    <dsp:sp modelId="{2C0DD800-CA07-4E9B-8180-4E38A3C62AC1}">
      <dsp:nvSpPr>
        <dsp:cNvPr id="0" name=""/>
        <dsp:cNvSpPr/>
      </dsp:nvSpPr>
      <dsp:spPr>
        <a:xfrm>
          <a:off x="0" y="3254227"/>
          <a:ext cx="8305800" cy="456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709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400" i="1" kern="1200" dirty="0"/>
            <a:t>Constraint:</a:t>
          </a:r>
          <a:r>
            <a:rPr lang="en-IN" sz="1400" kern="1200" dirty="0"/>
            <a:t> status != 'draft'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400" i="1" kern="1200" dirty="0"/>
            <a:t>Purpose:</a:t>
          </a:r>
          <a:r>
            <a:rPr lang="en-US" sz="1400" kern="1200" dirty="0"/>
            <a:t> Retrieve only documents that are finalized or </a:t>
          </a:r>
          <a:r>
            <a:rPr lang="en-US" sz="1400" b="1" kern="1200" dirty="0"/>
            <a:t>published</a:t>
          </a:r>
          <a:r>
            <a:rPr lang="en-US" sz="1400" kern="1200" dirty="0"/>
            <a:t>.</a:t>
          </a:r>
        </a:p>
      </dsp:txBody>
      <dsp:txXfrm>
        <a:off x="0" y="3254227"/>
        <a:ext cx="8305800" cy="45643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55C8BE-A06C-4312-A46F-293F1DE2A766}">
      <dsp:nvSpPr>
        <dsp:cNvPr id="0" name=""/>
        <dsp:cNvSpPr/>
      </dsp:nvSpPr>
      <dsp:spPr>
        <a:xfrm>
          <a:off x="0" y="14700"/>
          <a:ext cx="8305800" cy="180179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/>
            <a:t> In memory Fastest, non-persistent, non-scalable across multiple processes. </a:t>
          </a:r>
          <a:endParaRPr lang="en-IN" sz="3500" kern="1200" dirty="0"/>
        </a:p>
      </dsp:txBody>
      <dsp:txXfrm>
        <a:off x="87957" y="102657"/>
        <a:ext cx="8129886" cy="1625885"/>
      </dsp:txXfrm>
    </dsp:sp>
    <dsp:sp modelId="{A18B457B-DE52-4F00-AF35-B1EE9C9A855C}">
      <dsp:nvSpPr>
        <dsp:cNvPr id="0" name=""/>
        <dsp:cNvSpPr/>
      </dsp:nvSpPr>
      <dsp:spPr>
        <a:xfrm>
          <a:off x="0" y="1917300"/>
          <a:ext cx="8305800" cy="180179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/>
            <a:t>File-Based: Persistent, slower I/O, not suitable for high-concurrency (race conditions).</a:t>
          </a:r>
          <a:endParaRPr lang="en-IN" sz="3500" kern="1200" dirty="0"/>
        </a:p>
      </dsp:txBody>
      <dsp:txXfrm>
        <a:off x="87957" y="2005257"/>
        <a:ext cx="8129886" cy="162588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9D52A6-DA6C-41F9-BBB0-DB36B959A2F9}">
      <dsp:nvSpPr>
        <dsp:cNvPr id="0" name=""/>
        <dsp:cNvSpPr/>
      </dsp:nvSpPr>
      <dsp:spPr>
        <a:xfrm>
          <a:off x="0" y="556499"/>
          <a:ext cx="8305800" cy="1216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SQL: Data integrity, reliable persistence</a:t>
          </a:r>
          <a:endParaRPr lang="en-IN" sz="2800" b="0" kern="1200" dirty="0"/>
        </a:p>
      </dsp:txBody>
      <dsp:txXfrm>
        <a:off x="59399" y="615898"/>
        <a:ext cx="8187002" cy="1098002"/>
      </dsp:txXfrm>
    </dsp:sp>
    <dsp:sp modelId="{6EB3277B-55B6-41C1-9184-86DB4F3990B4}">
      <dsp:nvSpPr>
        <dsp:cNvPr id="0" name=""/>
        <dsp:cNvSpPr/>
      </dsp:nvSpPr>
      <dsp:spPr>
        <a:xfrm>
          <a:off x="0" y="1960500"/>
          <a:ext cx="8305800" cy="1216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. Redis: Low-latency, high-concurrency, caching layer.</a:t>
          </a:r>
          <a:endParaRPr lang="en-IN" sz="2800" b="0" kern="1200" dirty="0"/>
        </a:p>
      </dsp:txBody>
      <dsp:txXfrm>
        <a:off x="59399" y="2019899"/>
        <a:ext cx="8187002" cy="109800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9D52A6-DA6C-41F9-BBB0-DB36B959A2F9}">
      <dsp:nvSpPr>
        <dsp:cNvPr id="0" name=""/>
        <dsp:cNvSpPr/>
      </dsp:nvSpPr>
      <dsp:spPr>
        <a:xfrm>
          <a:off x="0" y="9299"/>
          <a:ext cx="8305800" cy="1123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Semantic: Meaning, vector similarity. Metadata:</a:t>
          </a:r>
          <a:endParaRPr lang="en-IN" sz="2800" b="0" kern="1200" dirty="0"/>
        </a:p>
      </dsp:txBody>
      <dsp:txXfrm>
        <a:off x="54830" y="64129"/>
        <a:ext cx="8196140" cy="1013540"/>
      </dsp:txXfrm>
    </dsp:sp>
    <dsp:sp modelId="{91784896-604B-4348-A0F1-55BC76FDA1BA}">
      <dsp:nvSpPr>
        <dsp:cNvPr id="0" name=""/>
        <dsp:cNvSpPr/>
      </dsp:nvSpPr>
      <dsp:spPr>
        <a:xfrm>
          <a:off x="0" y="1305300"/>
          <a:ext cx="8305800" cy="1123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Structured, </a:t>
          </a:r>
          <a:r>
            <a:rPr lang="en-US" sz="2800" b="0" kern="1200" dirty="0" err="1"/>
            <a:t>boolean</a:t>
          </a:r>
          <a:r>
            <a:rPr lang="en-US" sz="2800" b="0" kern="1200" dirty="0"/>
            <a:t> logic, exact match </a:t>
          </a:r>
          <a:r>
            <a:rPr lang="en-US" sz="2800" b="0" kern="1200"/>
            <a:t>on attributes</a:t>
          </a:r>
          <a:endParaRPr lang="en-IN" sz="2800" b="0" kern="1200" dirty="0"/>
        </a:p>
      </dsp:txBody>
      <dsp:txXfrm>
        <a:off x="54830" y="1360130"/>
        <a:ext cx="8196140" cy="1013540"/>
      </dsp:txXfrm>
    </dsp:sp>
    <dsp:sp modelId="{A0620277-C48D-4FEA-91E7-3599AE051166}">
      <dsp:nvSpPr>
        <dsp:cNvPr id="0" name=""/>
        <dsp:cNvSpPr/>
      </dsp:nvSpPr>
      <dsp:spPr>
        <a:xfrm>
          <a:off x="0" y="2601299"/>
          <a:ext cx="8305800" cy="1123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/>
            <a:t>. Need for both: Ensures retrieved documents are both relevant (semantic) and correct/authorized (structured).</a:t>
          </a:r>
          <a:endParaRPr lang="en-IN" sz="2800" b="0" kern="1200" dirty="0"/>
        </a:p>
      </dsp:txBody>
      <dsp:txXfrm>
        <a:off x="54830" y="2656129"/>
        <a:ext cx="8196140" cy="10135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477CB-E0AE-4281-99AD-4E48B34E3FDC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E0340-0FD0-49F3-BC20-FAFB939F8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697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0340-0FD0-49F3-BC20-FAFB939F882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049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D3577-72FE-EB41-110F-FF3663088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3DE87E-0A0E-DDBD-6AF4-53B049560D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7FBA3-34FF-2C61-E823-75D6A6021F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1417B-426F-0B8C-5748-F357BFDE38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0340-0FD0-49F3-BC20-FAFB939F882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01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CDD88-40D2-2261-AD46-F8F5F17E7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7C6C33-B3FB-FE4A-6673-2B71AC7E6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DED1D7-87CF-D46A-F41C-BB3C8C5417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DE3FC-9C6E-5268-02A7-A52F275568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0340-0FD0-49F3-BC20-FAFB939F882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546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F8039-8E42-79D5-56CF-6CE24B4EA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D6A009-51E3-C9F4-3307-A2663DF85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C1F794-C276-0891-F1EA-03B9B157B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ABBD1-4892-D511-9147-B71909FDB2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0340-0FD0-49F3-BC20-FAFB939F882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775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ED006-0E34-142C-ADA0-FB9AEE139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DADEAA-290F-FBBE-5261-8E0DA3DCCE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05F5CE-8C4E-9FDB-E9ED-B5700D15A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9659E-788F-902A-682C-6FAAD8EE1B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0340-0FD0-49F3-BC20-FAFB939F882F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398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5A4F7-1C33-F8EE-DE8E-075CABB77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E7AD39-840D-96B9-CB94-BBCB98E63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18CE30-8FDB-D12A-2674-1DF218B542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63C76-E40A-786C-BEB4-CE8A75C34F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0340-0FD0-49F3-BC20-FAFB939F882F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295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5716C-61DE-7E34-5B6B-A0E9AD6CE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A1A38-8BBB-F59A-9A60-122CC65F3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857BA7-5CDE-EF73-EE53-77BA6156C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5A4FD-B2AD-5019-D695-7F7DDACA5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0340-0FD0-49F3-BC20-FAFB939F882F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187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1877C-8EA2-4941-027F-751D0F1E1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BCA5A-02E8-5F65-D0DC-AC3C1F63BF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3AF47-8106-259F-0EE2-0C9ECC128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7D4E6-EDD7-1716-B505-F6B872EE9F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0340-0FD0-49F3-BC20-FAFB939F882F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367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A71DB-8B0E-73DF-77E2-38B1E253E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D44D57-AAAB-4B9C-9058-D65753641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436393-E46F-00D8-0845-50D1FB2CD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AEB59-6ABA-56B6-4CF2-70BD00356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0340-0FD0-49F3-BC20-FAFB939F882F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062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0694192" cy="75565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47595" y="1996405"/>
            <a:ext cx="6208424" cy="1669893"/>
          </a:xfrm>
        </p:spPr>
        <p:txBody>
          <a:bodyPr anchor="b">
            <a:noAutofit/>
          </a:bodyPr>
          <a:lstStyle>
            <a:lvl1pPr algn="ctr">
              <a:defRPr sz="5289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7595" y="3964824"/>
            <a:ext cx="6208424" cy="1517967"/>
          </a:xfrm>
        </p:spPr>
        <p:txBody>
          <a:bodyPr anchor="t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5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3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8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2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6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0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93168" y="5569423"/>
            <a:ext cx="787359" cy="307857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47595" y="5569423"/>
            <a:ext cx="4753628" cy="307857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2474" y="5569423"/>
            <a:ext cx="483545" cy="307857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62073" y="3824890"/>
            <a:ext cx="59794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922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962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6E7B2-5757-84C8-027D-B9D207CF5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24AC01-6A86-F68C-130D-9EF6BD492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702E7-4504-0CCE-A93D-256447F7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BF612D-5772-9532-CCC8-EFDB7139E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71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094" y="1808594"/>
            <a:ext cx="7713111" cy="2008140"/>
          </a:xfrm>
        </p:spPr>
        <p:txBody>
          <a:bodyPr anchor="b">
            <a:normAutofit/>
          </a:bodyPr>
          <a:lstStyle>
            <a:lvl1pPr algn="ctr">
              <a:defRPr sz="440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5094" y="4115262"/>
            <a:ext cx="7713111" cy="1201035"/>
          </a:xfrm>
        </p:spPr>
        <p:txBody>
          <a:bodyPr anchor="t">
            <a:normAutofit/>
          </a:bodyPr>
          <a:lstStyle>
            <a:lvl1pPr marL="0" indent="0" algn="ctr">
              <a:buNone/>
              <a:defRPr sz="2645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95096" y="3965997"/>
            <a:ext cx="77131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83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6279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2247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763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6282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28365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28365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1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3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396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logo with blue berries&#10;&#10;AI-generated content may be incorrect.">
            <a:extLst>
              <a:ext uri="{FF2B5EF4-FFF2-40B4-BE49-F238E27FC236}">
                <a16:creationId xmlns:a16="http://schemas.microsoft.com/office/drawing/2014/main" id="{6C57EB9D-5F81-1030-B64E-3071F0F486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9753" y="6567197"/>
            <a:ext cx="1759957" cy="989303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8E0AC622-5AD6-8CE0-1675-60E7267506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80500" y="6673850"/>
            <a:ext cx="1442724" cy="75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8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529959"/>
            <a:ext cx="2966644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8184" y="1082165"/>
            <a:ext cx="4508839" cy="5392171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8" y="3339785"/>
            <a:ext cx="2966644" cy="2686760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495095" y="3209180"/>
            <a:ext cx="27290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907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2075704"/>
            <a:ext cx="4247658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61312" y="1138139"/>
            <a:ext cx="3425844" cy="5280224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3587004"/>
            <a:ext cx="4247657" cy="201506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574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5305874"/>
            <a:ext cx="7950742" cy="624461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00154" y="1138140"/>
            <a:ext cx="8293094" cy="370362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5930335"/>
            <a:ext cx="7950742" cy="54399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43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999240"/>
            <a:ext cx="7950742" cy="3413383"/>
          </a:xfrm>
        </p:spPr>
        <p:txBody>
          <a:bodyPr anchor="ctr">
            <a:normAutofit/>
          </a:bodyPr>
          <a:lstStyle>
            <a:lvl1pPr algn="ctr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711150"/>
            <a:ext cx="7950744" cy="17631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4" y="4561886"/>
            <a:ext cx="772584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783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428" y="1082164"/>
            <a:ext cx="7484737" cy="2612125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71345" y="3694288"/>
            <a:ext cx="6891300" cy="718334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83"/>
            </a:lvl1pPr>
            <a:lvl2pPr marL="503789" indent="0">
              <a:buFontTx/>
              <a:buNone/>
              <a:defRPr/>
            </a:lvl2pPr>
            <a:lvl3pPr marL="1007577" indent="0">
              <a:buFontTx/>
              <a:buNone/>
              <a:defRPr/>
            </a:lvl3pPr>
            <a:lvl4pPr marL="1511366" indent="0">
              <a:buFontTx/>
              <a:buNone/>
              <a:defRPr/>
            </a:lvl4pPr>
            <a:lvl5pPr marL="201515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6" y="4785784"/>
            <a:ext cx="7950746" cy="16885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993992" y="99757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7934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6958" y="3115894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7934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495095" y="4561886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476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83" y="3645566"/>
            <a:ext cx="7950735" cy="1618400"/>
          </a:xfrm>
        </p:spPr>
        <p:txBody>
          <a:bodyPr anchor="b">
            <a:normAutofit/>
          </a:bodyPr>
          <a:lstStyle>
            <a:lvl1pPr algn="l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5263966"/>
            <a:ext cx="7950737" cy="948033"/>
          </a:xfrm>
        </p:spPr>
        <p:txBody>
          <a:bodyPr anchor="t">
            <a:normAutofit/>
          </a:bodyPr>
          <a:lstStyle>
            <a:lvl1pPr marL="0" indent="0" algn="l">
              <a:buNone/>
              <a:defRPr sz="1983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233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8234" y="1082164"/>
            <a:ext cx="7396933" cy="2472190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4009983"/>
            <a:ext cx="7950737" cy="977307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991022"/>
            <a:ext cx="7950744" cy="1483313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026843" y="98824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8815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6012" y="2873330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8815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495095" y="3778250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213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082163"/>
            <a:ext cx="7950742" cy="25281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526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3929380"/>
            <a:ext cx="7950737" cy="99745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9" y="4925719"/>
            <a:ext cx="7950742" cy="1548616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9" y="3778250"/>
            <a:ext cx="772584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64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78" y="2743761"/>
            <a:ext cx="7950744" cy="373057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2584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7577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33769" y="999240"/>
            <a:ext cx="1893249" cy="547509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81" y="999240"/>
            <a:ext cx="5748415" cy="547509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7303779" y="999240"/>
            <a:ext cx="0" cy="5475094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818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0703302" cy="75565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2743761"/>
            <a:ext cx="7950744" cy="37958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3773" y="6567625"/>
            <a:ext cx="1342853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6279" y="6567625"/>
            <a:ext cx="5969624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64495" y="6567625"/>
            <a:ext cx="462527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534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20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</p:sldLayoutIdLst>
  <p:txStyles>
    <p:titleStyle>
      <a:lvl1pPr algn="ctr" defTabSz="503789" rtl="0" eaLnBrk="1" latinLnBrk="0" hangingPunct="1">
        <a:spcBef>
          <a:spcPct val="0"/>
        </a:spcBef>
        <a:buNone/>
        <a:defRPr sz="4408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14868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645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818657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204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322445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98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700287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76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204075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770838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274626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778415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4282204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8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577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366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5155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943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732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521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3030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7100" y="1873250"/>
            <a:ext cx="649363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4B0082"/>
                </a:solidFill>
              </a:defRPr>
            </a:pPr>
            <a:r>
              <a:rPr lang="en-IN" sz="4400" dirty="0"/>
              <a:t>Tools , Memory and React</a:t>
            </a:r>
            <a:endParaRPr sz="4400" dirty="0">
              <a:solidFill>
                <a:schemeClr val="accent4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37100" y="3292195"/>
            <a:ext cx="4413388" cy="4163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0">
                <a:solidFill>
                  <a:srgbClr val="00BFFF"/>
                </a:solidFill>
              </a:defRPr>
            </a:pPr>
            <a:r>
              <a:rPr lang="en-IN" sz="2106" dirty="0">
                <a:solidFill>
                  <a:schemeClr val="accent5"/>
                </a:solidFill>
                <a:latin typeface="Calibri"/>
              </a:rPr>
              <a:t>Build Smarter Autonomous AI Systems</a:t>
            </a:r>
            <a:endParaRPr sz="2106" dirty="0">
              <a:solidFill>
                <a:schemeClr val="accent5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31900" y="4097382"/>
            <a:ext cx="4004622" cy="740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</a:defRPr>
            </a:pPr>
            <a:r>
              <a:rPr lang="en-IN" sz="2106" dirty="0">
                <a:solidFill>
                  <a:srgbClr val="323232"/>
                </a:solidFill>
                <a:latin typeface="Calibri"/>
              </a:rPr>
              <a:t>Starting Date : November 27,2025</a:t>
            </a:r>
          </a:p>
          <a:p>
            <a:pPr algn="l">
              <a:defRPr sz="2400" b="0">
                <a:solidFill>
                  <a:srgbClr val="000000"/>
                </a:solidFill>
              </a:defRPr>
            </a:pPr>
            <a:r>
              <a:rPr lang="en-IN" sz="2106" dirty="0">
                <a:solidFill>
                  <a:srgbClr val="323232"/>
                </a:solidFill>
                <a:latin typeface="Calibri"/>
              </a:rPr>
              <a:t>Time : 8:00 PM IST to 10:00 PM IST</a:t>
            </a:r>
            <a:endParaRPr sz="2106" dirty="0">
              <a:solidFill>
                <a:srgbClr val="323232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150733-1B0B-17CC-15B1-94C9B59D3BE3}"/>
              </a:ext>
            </a:extLst>
          </p:cNvPr>
          <p:cNvSpPr txBox="1"/>
          <p:nvPr/>
        </p:nvSpPr>
        <p:spPr>
          <a:xfrm>
            <a:off x="3594100" y="6796364"/>
            <a:ext cx="5345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6464"/>
                </a:solidFill>
              </a:defRPr>
            </a:pPr>
            <a:r>
              <a:rPr lang="en-IN" sz="1800" dirty="0">
                <a:solidFill>
                  <a:srgbClr val="323232"/>
                </a:solidFill>
                <a:latin typeface="Calibri"/>
              </a:rPr>
              <a:t>Powered by </a:t>
            </a:r>
            <a:r>
              <a:rPr lang="en-IN" sz="1800" dirty="0" err="1">
                <a:solidFill>
                  <a:srgbClr val="323232"/>
                </a:solidFill>
                <a:latin typeface="Calibri"/>
              </a:rPr>
              <a:t>PurpleSkill</a:t>
            </a:r>
            <a:r>
              <a:rPr lang="en-IN" sz="1800" dirty="0">
                <a:solidFill>
                  <a:srgbClr val="323232"/>
                </a:solidFill>
                <a:latin typeface="Calibri"/>
              </a:rPr>
              <a:t> &amp; </a:t>
            </a:r>
            <a:r>
              <a:rPr lang="en-IN" sz="1800" dirty="0" err="1">
                <a:solidFill>
                  <a:srgbClr val="323232"/>
                </a:solidFill>
                <a:latin typeface="Calibri"/>
              </a:rPr>
              <a:t>SpanLabs</a:t>
            </a:r>
            <a:endParaRPr lang="en-IN" sz="1800" dirty="0">
              <a:solidFill>
                <a:srgbClr val="32323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4CC7AF-236A-9684-D2AA-E59A3B5FF2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7094536"/>
              </p:ext>
            </p:extLst>
          </p:nvPr>
        </p:nvGraphicFramePr>
        <p:xfrm>
          <a:off x="1782233" y="1401939"/>
          <a:ext cx="7128933" cy="4752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LangChain</a:t>
            </a:r>
            <a:r>
              <a:rPr dirty="0"/>
              <a:t>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155700" y="2178050"/>
            <a:ext cx="7950200" cy="3795713"/>
          </a:xfrm>
        </p:spPr>
        <p:txBody>
          <a:bodyPr/>
          <a:lstStyle/>
          <a:p>
            <a:r>
              <a:rPr dirty="0"/>
              <a:t>LLM Layer → Chains → Agents → Tools → Memory → Retrieval</a:t>
            </a:r>
          </a:p>
          <a:p>
            <a:r>
              <a:rPr dirty="0" err="1"/>
              <a:t>Ollama</a:t>
            </a:r>
            <a:r>
              <a:rPr dirty="0"/>
              <a:t> provides local LLM runtime</a:t>
            </a:r>
          </a:p>
          <a:p>
            <a:r>
              <a:rPr dirty="0" err="1"/>
              <a:t>ReAct</a:t>
            </a:r>
            <a:r>
              <a:rPr dirty="0"/>
              <a:t> orchestrates reasoning + tool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How Agents Work (Diagram)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376821" y="2330450"/>
            <a:ext cx="7950200" cy="3795713"/>
          </a:xfrm>
        </p:spPr>
        <p:txBody>
          <a:bodyPr/>
          <a:lstStyle/>
          <a:p>
            <a:r>
              <a:rPr dirty="0"/>
              <a:t>User Query → Agent → Reason (Thought)</a:t>
            </a:r>
          </a:p>
          <a:p>
            <a:r>
              <a:rPr dirty="0"/>
              <a:t>Reason → Select Tool → Execute → Observe</a:t>
            </a:r>
          </a:p>
          <a:p>
            <a:r>
              <a:rPr dirty="0"/>
              <a:t>Observe → New Thought → Final Answer</a:t>
            </a:r>
          </a:p>
          <a:p>
            <a:r>
              <a:rPr dirty="0"/>
              <a:t>This loop is the core of </a:t>
            </a:r>
            <a:r>
              <a:rPr dirty="0" err="1"/>
              <a:t>ReAct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Tools Matter?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231900" y="2445234"/>
            <a:ext cx="7950200" cy="3795713"/>
          </a:xfrm>
        </p:spPr>
        <p:txBody>
          <a:bodyPr/>
          <a:lstStyle/>
          <a:p>
            <a:r>
              <a:rPr dirty="0"/>
              <a:t>LLMs alone cannot perform actions</a:t>
            </a:r>
          </a:p>
          <a:p>
            <a:r>
              <a:rPr dirty="0"/>
              <a:t>Tools let LLMs: access APIs, run Python, search data, read files</a:t>
            </a:r>
          </a:p>
          <a:p>
            <a:r>
              <a:rPr dirty="0"/>
              <a:t>Agents call tools strategically using </a:t>
            </a:r>
            <a:r>
              <a:rPr dirty="0" err="1"/>
              <a:t>ReAct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C19F1D-5E1A-520A-4E91-6AE3416E6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700" y="1427276"/>
            <a:ext cx="7239000" cy="470194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15A59E7-9ED2-0984-5130-ADAC6B2CA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778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5A8E51-9259-8B8F-68BF-0A67BE9CC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" y="1307583"/>
            <a:ext cx="9296400" cy="4941333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D14EB55-7215-9CAE-2068-C76A7E3BB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195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125A5-9456-1F81-835C-4FE89E8C4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729DA1-E127-7E01-2077-676FAE51F54F}"/>
              </a:ext>
            </a:extLst>
          </p:cNvPr>
          <p:cNvSpPr txBox="1"/>
          <p:nvPr/>
        </p:nvSpPr>
        <p:spPr>
          <a:xfrm>
            <a:off x="1003300" y="103505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/>
              <a:t>ReAct</a:t>
            </a:r>
            <a:r>
              <a:rPr lang="en-US" sz="4400" dirty="0"/>
              <a:t> Agent</a:t>
            </a:r>
            <a:endParaRPr lang="en-IN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DE8E0A-2407-5E8F-D041-1F12C6AAE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900" y="1804491"/>
            <a:ext cx="8382000" cy="471695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7CEA087-3B68-9850-2638-30AAEF0E8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0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039DA6-6BB8-AF5F-228F-2BF86745E923}"/>
              </a:ext>
            </a:extLst>
          </p:cNvPr>
          <p:cNvSpPr txBox="1"/>
          <p:nvPr/>
        </p:nvSpPr>
        <p:spPr>
          <a:xfrm>
            <a:off x="1003300" y="103505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Memory </a:t>
            </a:r>
            <a:r>
              <a:rPr lang="en-US" sz="4400" dirty="0">
                <a:latin typeface="+mj-lt"/>
              </a:rPr>
              <a:t>and</a:t>
            </a:r>
            <a:r>
              <a:rPr lang="en-US" sz="4400" dirty="0"/>
              <a:t> Retrieval</a:t>
            </a:r>
            <a:endParaRPr lang="en-IN"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459FF9-B919-35AA-6231-E3590E486E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300" y="2131428"/>
            <a:ext cx="8915400" cy="4390021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C3003A7-0F5B-23C1-65A5-851E009CB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85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CBEB0B-3982-D62C-9F03-06C512896C24}"/>
              </a:ext>
            </a:extLst>
          </p:cNvPr>
          <p:cNvSpPr txBox="1"/>
          <p:nvPr/>
        </p:nvSpPr>
        <p:spPr>
          <a:xfrm>
            <a:off x="1003300" y="1111250"/>
            <a:ext cx="883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Memory Pattern 1: In-Memory Buffer</a:t>
            </a:r>
            <a:endParaRPr lang="en-IN" sz="44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54ED4B9-0BE1-D87E-F22C-FB4259662E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9464625"/>
              </p:ext>
            </p:extLst>
          </p:nvPr>
        </p:nvGraphicFramePr>
        <p:xfrm>
          <a:off x="1231900" y="2406650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AB0626AC-9EFD-762E-8527-EF54D869E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577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50D81-B748-4C8B-9D1A-B4B52E14A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96BD9F-700E-5917-243E-16906CBCEE0C}"/>
              </a:ext>
            </a:extLst>
          </p:cNvPr>
          <p:cNvSpPr txBox="1"/>
          <p:nvPr/>
        </p:nvSpPr>
        <p:spPr>
          <a:xfrm>
            <a:off x="1003300" y="1111250"/>
            <a:ext cx="8839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Memory Pattern 2: File-Based Persistence</a:t>
            </a:r>
            <a:endParaRPr lang="en-IN" sz="44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64BA116-D95C-D1F9-44FB-4AD68A6D45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14590"/>
              </p:ext>
            </p:extLst>
          </p:nvPr>
        </p:nvGraphicFramePr>
        <p:xfrm>
          <a:off x="1231900" y="2406650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4348F54F-4F89-260D-61DD-5ADB76013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805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9218E-231B-D18F-75B8-DC1E051B2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CC4C20-23F2-B5D5-B3C2-C32B8B54FA8A}"/>
              </a:ext>
            </a:extLst>
          </p:cNvPr>
          <p:cNvSpPr txBox="1"/>
          <p:nvPr/>
        </p:nvSpPr>
        <p:spPr>
          <a:xfrm>
            <a:off x="1003300" y="1111250"/>
            <a:ext cx="8839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Memory Pattern 3: Database Persistence (MySQL Example)</a:t>
            </a:r>
            <a:endParaRPr lang="en-IN" sz="44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9A8BB50-75EE-A7C3-96D0-163ECCCF2C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2360274"/>
              </p:ext>
            </p:extLst>
          </p:nvPr>
        </p:nvGraphicFramePr>
        <p:xfrm>
          <a:off x="1231900" y="2406650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67BECC53-8831-DC8C-3BF2-D75E75A1F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619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3E878-508B-7186-C875-E7388F78A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C22A0D-6DA9-AB35-F67F-467348657829}"/>
              </a:ext>
            </a:extLst>
          </p:cNvPr>
          <p:cNvSpPr txBox="1"/>
          <p:nvPr/>
        </p:nvSpPr>
        <p:spPr>
          <a:xfrm>
            <a:off x="1003300" y="1111250"/>
            <a:ext cx="883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Advanced Pattern: Tool-Calling Agents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95FBEE5-7D65-F36F-7D87-8499F11056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8533950"/>
              </p:ext>
            </p:extLst>
          </p:nvPr>
        </p:nvGraphicFramePr>
        <p:xfrm>
          <a:off x="1231900" y="2406650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7DC0DF6E-2184-9EB5-FD7C-661DAF4B5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229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37F17-8881-A3BC-18DD-CBD523758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40D9D2-DA67-0657-0A31-DDBDE0CD4A43}"/>
              </a:ext>
            </a:extLst>
          </p:cNvPr>
          <p:cNvSpPr txBox="1"/>
          <p:nvPr/>
        </p:nvSpPr>
        <p:spPr>
          <a:xfrm>
            <a:off x="1003300" y="1111250"/>
            <a:ext cx="883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Advanced Pattern: </a:t>
            </a:r>
            <a:r>
              <a:rPr lang="en-IN" sz="4400" dirty="0" err="1"/>
              <a:t>Metafiltering</a:t>
            </a:r>
            <a:endParaRPr lang="en-IN" sz="44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FDA9941-D44D-A233-C72D-35E881FBD9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3521159"/>
              </p:ext>
            </p:extLst>
          </p:nvPr>
        </p:nvGraphicFramePr>
        <p:xfrm>
          <a:off x="1231900" y="2406650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C830A129-1CAC-F667-6CE9-9962C722A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049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F58C9-B3C1-CAC8-C9F6-8CC8F7689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6B7AC9-3768-3943-BCAD-F7BADBA5AF9A}"/>
              </a:ext>
            </a:extLst>
          </p:cNvPr>
          <p:cNvSpPr txBox="1"/>
          <p:nvPr/>
        </p:nvSpPr>
        <p:spPr>
          <a:xfrm>
            <a:off x="1003300" y="1111250"/>
            <a:ext cx="8839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Advanced Pattern: </a:t>
            </a:r>
            <a:r>
              <a:rPr lang="en-IN" sz="4400" dirty="0" err="1"/>
              <a:t>Metafiltering</a:t>
            </a:r>
            <a:endParaRPr lang="en-IN" sz="4400" dirty="0"/>
          </a:p>
          <a:p>
            <a:r>
              <a:rPr lang="en-IN" sz="4400" dirty="0"/>
              <a:t>How it works?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C7F910D-B60F-B105-E669-93039EF142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9361138"/>
              </p:ext>
            </p:extLst>
          </p:nvPr>
        </p:nvGraphicFramePr>
        <p:xfrm>
          <a:off x="1231900" y="2406650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A94D7CCB-DCB5-80DF-DBF7-F5CAF2A5B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502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35354-A5C7-9F60-670B-4A0127AA8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EF4733-AF06-BCB8-4774-C7F4BDE291A5}"/>
              </a:ext>
            </a:extLst>
          </p:cNvPr>
          <p:cNvSpPr txBox="1"/>
          <p:nvPr/>
        </p:nvSpPr>
        <p:spPr>
          <a:xfrm>
            <a:off x="1003300" y="1111250"/>
            <a:ext cx="8839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Advanced Pattern: </a:t>
            </a:r>
            <a:r>
              <a:rPr lang="en-IN" sz="4400" dirty="0" err="1"/>
              <a:t>Metafiltering</a:t>
            </a:r>
            <a:endParaRPr lang="en-IN" sz="4400" dirty="0"/>
          </a:p>
          <a:p>
            <a:r>
              <a:rPr lang="en-IN" sz="4400" dirty="0"/>
              <a:t>Common use case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2702A1F-FD5C-8407-C9BA-2568456E38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3374784"/>
              </p:ext>
            </p:extLst>
          </p:nvPr>
        </p:nvGraphicFramePr>
        <p:xfrm>
          <a:off x="1231900" y="2406650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17967569-F401-1648-6124-53FC6E724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878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073C98C-6A55-44A8-9D7D-3066F7E930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247097"/>
              </p:ext>
            </p:extLst>
          </p:nvPr>
        </p:nvGraphicFramePr>
        <p:xfrm>
          <a:off x="1079500" y="1568450"/>
          <a:ext cx="7950201" cy="38100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650067">
                  <a:extLst>
                    <a:ext uri="{9D8B030D-6E8A-4147-A177-3AD203B41FA5}">
                      <a16:colId xmlns:a16="http://schemas.microsoft.com/office/drawing/2014/main" val="3244347648"/>
                    </a:ext>
                  </a:extLst>
                </a:gridCol>
                <a:gridCol w="2650067">
                  <a:extLst>
                    <a:ext uri="{9D8B030D-6E8A-4147-A177-3AD203B41FA5}">
                      <a16:colId xmlns:a16="http://schemas.microsoft.com/office/drawing/2014/main" val="2213865107"/>
                    </a:ext>
                  </a:extLst>
                </a:gridCol>
                <a:gridCol w="2650067">
                  <a:extLst>
                    <a:ext uri="{9D8B030D-6E8A-4147-A177-3AD203B41FA5}">
                      <a16:colId xmlns:a16="http://schemas.microsoft.com/office/drawing/2014/main" val="3064963274"/>
                    </a:ext>
                  </a:extLst>
                </a:gridCol>
              </a:tblGrid>
              <a:tr h="695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Metadata Filtering (Structured)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Semantic Search (Vector)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48132"/>
                  </a:ext>
                </a:extLst>
              </a:tr>
              <a:tr h="695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Goal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Exact match</a:t>
                      </a:r>
                      <a:r>
                        <a:rPr lang="en-US" sz="2000"/>
                        <a:t> on structured criteria.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Conceptual similarity</a:t>
                      </a:r>
                      <a:r>
                        <a:rPr lang="en-IN" sz="2000" dirty="0"/>
                        <a:t> on meaning.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936006"/>
                  </a:ext>
                </a:extLst>
              </a:tr>
              <a:tr h="695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Logic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Boolean (AND, OR, NOT, equality, range).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Distance metric (Cosine, Euclidean).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1975480"/>
                  </a:ext>
                </a:extLst>
              </a:tr>
              <a:tr h="695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Data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Strings, numbers, booleans, dates, lists.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High-dimensional vectors (embeddings).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4636205"/>
                  </a:ext>
                </a:extLst>
              </a:tr>
              <a:tr h="998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Result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Guaranteed precision on attributes.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Returns relevant documents, but may miss constraints.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7029721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EDB0CA98-8C0A-24E4-74D7-D1453ACD0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923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FF872-2C84-847F-AF22-50C26B11B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C4F0BD-23AF-D7B0-2047-F263A176DE68}"/>
              </a:ext>
            </a:extLst>
          </p:cNvPr>
          <p:cNvSpPr txBox="1"/>
          <p:nvPr/>
        </p:nvSpPr>
        <p:spPr>
          <a:xfrm>
            <a:off x="927100" y="730250"/>
            <a:ext cx="88392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Describe the trade-offs between using </a:t>
            </a:r>
            <a:r>
              <a:rPr lang="en-US" b="1" dirty="0" err="1"/>
              <a:t>ChatMessageHistory</a:t>
            </a:r>
            <a:r>
              <a:rPr lang="en-US" sz="4400" b="1" dirty="0"/>
              <a:t> (in-memory) versus </a:t>
            </a:r>
            <a:r>
              <a:rPr lang="en-US" b="1" dirty="0" err="1"/>
              <a:t>FileChatMessageHistory</a:t>
            </a:r>
            <a:r>
              <a:rPr lang="en-US" sz="4400" b="1" dirty="0"/>
              <a:t> for a production chatbot.</a:t>
            </a:r>
            <a:endParaRPr lang="en-IN" sz="4400" b="1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4AF20320-8DA3-DCEC-5CF4-E0A79CB45A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2511154"/>
              </p:ext>
            </p:extLst>
          </p:nvPr>
        </p:nvGraphicFramePr>
        <p:xfrm>
          <a:off x="1079500" y="2835693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8C42A134-1EDD-E0D0-FD96-51DB49DB0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770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26CD2-8163-2705-9E48-4B5D02C93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78FA6C-3C87-4090-2B8C-CA9EF9783663}"/>
              </a:ext>
            </a:extLst>
          </p:cNvPr>
          <p:cNvSpPr txBox="1"/>
          <p:nvPr/>
        </p:nvSpPr>
        <p:spPr>
          <a:xfrm>
            <a:off x="927100" y="730250"/>
            <a:ext cx="8839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If you were designing a large-scale, multi-tenant chat application, which </a:t>
            </a:r>
            <a:r>
              <a:rPr lang="en-US" sz="3200" b="1" dirty="0" err="1"/>
              <a:t>LangChain</a:t>
            </a:r>
            <a:r>
              <a:rPr lang="en-US" sz="3200" b="1" dirty="0"/>
              <a:t> history class would you choose and why? (e.g., </a:t>
            </a:r>
            <a:r>
              <a:rPr lang="en-US" sz="3200" b="1" dirty="0" err="1"/>
              <a:t>SQLChatMessageHistory</a:t>
            </a:r>
            <a:r>
              <a:rPr lang="en-US" sz="3200" b="1" dirty="0"/>
              <a:t> or </a:t>
            </a:r>
            <a:r>
              <a:rPr lang="en-US" sz="3200" b="1" dirty="0" err="1"/>
              <a:t>RedisChatMessageHistory</a:t>
            </a:r>
            <a:r>
              <a:rPr lang="en-US" sz="3200" b="1" dirty="0"/>
              <a:t>).</a:t>
            </a:r>
            <a:endParaRPr lang="en-IN" sz="3200" b="1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4D1D5254-30AC-2324-A166-F18190332D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0267699"/>
              </p:ext>
            </p:extLst>
          </p:nvPr>
        </p:nvGraphicFramePr>
        <p:xfrm>
          <a:off x="1079500" y="2835693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CC9F26BA-2D0E-B682-2720-82B8B015A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244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D20D8-5754-7F33-F60B-64B51561C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453EDF-A654-138A-1D4E-70DFFC938EE1}"/>
              </a:ext>
            </a:extLst>
          </p:cNvPr>
          <p:cNvSpPr txBox="1"/>
          <p:nvPr/>
        </p:nvSpPr>
        <p:spPr>
          <a:xfrm>
            <a:off x="927100" y="730250"/>
            <a:ext cx="8839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 a Retrieval-Augmented Generation (RAG) system, explain the difference between </a:t>
            </a:r>
            <a:r>
              <a:rPr lang="en-US" sz="3200" b="1" dirty="0"/>
              <a:t>semantic search</a:t>
            </a:r>
            <a:r>
              <a:rPr lang="en-US" sz="3200" dirty="0"/>
              <a:t> and </a:t>
            </a:r>
            <a:r>
              <a:rPr lang="en-US" sz="3200" b="1" dirty="0"/>
              <a:t>metadata filtering</a:t>
            </a:r>
            <a:r>
              <a:rPr lang="en-US" sz="3200" dirty="0"/>
              <a:t>. Why do we need both?</a:t>
            </a:r>
            <a:endParaRPr lang="en-IN" sz="3200" b="1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036BA06-CC77-518F-CD72-83D0423F4C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0713009"/>
              </p:ext>
            </p:extLst>
          </p:nvPr>
        </p:nvGraphicFramePr>
        <p:xfrm>
          <a:off x="1079500" y="2835693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4E17F2C1-9BF6-1B8E-9A27-107778B69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105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337498A-4BCD-F542-9727-E03FB815B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4769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400</TotalTime>
  <Words>1102</Words>
  <Application>Microsoft Office PowerPoint</Application>
  <PresentationFormat>Custom</PresentationFormat>
  <Paragraphs>106</Paragraphs>
  <Slides>21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Garamond</vt:lpstr>
      <vt:lpstr>Organic</vt:lpstr>
      <vt:lpstr>PowerPoint Presentation</vt:lpstr>
      <vt:lpstr>PowerPoint Presentation</vt:lpstr>
      <vt:lpstr>LangChain Architecture Overview</vt:lpstr>
      <vt:lpstr>How Agents Work (Diagram)</vt:lpstr>
      <vt:lpstr>Why Tools Matter?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VISHWA</dc:creator>
  <cp:lastModifiedBy>vishwa rudra</cp:lastModifiedBy>
  <cp:revision>85</cp:revision>
  <dcterms:created xsi:type="dcterms:W3CDTF">2025-10-04T15:17:48Z</dcterms:created>
  <dcterms:modified xsi:type="dcterms:W3CDTF">2025-12-20T09:36:25Z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2025-10-04T00:00:00Z</vt:filetime>
  </property>
  <property fmtid="{D5CDD505-2E9C-101B-9397-08002B2CF9AE}" pid="3" name="LastSaved">
    <vt:filetime>2025-10-04T00:00:00Z</vt:filetime>
  </property>
  <property fmtid="{D5CDD505-2E9C-101B-9397-08002B2CF9AE}" pid="4" name="Producer">
    <vt:lpwstr>3-Heights(TM) PDF Security Shell 4.8.25.2 (http://www.pdf-tools.com)</vt:lpwstr>
  </property>
</Properties>
</file>