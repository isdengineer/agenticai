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notesMasterIdLst>
    <p:notesMasterId r:id="rId19"/>
  </p:notesMasterIdLst>
  <p:sldIdLst>
    <p:sldId id="286" r:id="rId2"/>
    <p:sldId id="28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88" r:id="rId12"/>
    <p:sldId id="289" r:id="rId13"/>
    <p:sldId id="290" r:id="rId14"/>
    <p:sldId id="291" r:id="rId15"/>
    <p:sldId id="292" r:id="rId16"/>
    <p:sldId id="293" r:id="rId17"/>
    <p:sldId id="294" r:id="rId18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387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ADC42E-D92D-4CE3-B515-AB4674633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3530723-DC20-49DC-BDF1-C327B49DB98B}">
      <dgm:prSet phldrT="[Text]" phldr="0"/>
      <dgm:spPr/>
      <dgm:t>
        <a:bodyPr/>
        <a:lstStyle/>
        <a:p>
          <a:r>
            <a:rPr lang="en-IN" dirty="0"/>
            <a:t>Agenda</a:t>
          </a:r>
        </a:p>
      </dgm:t>
    </dgm:pt>
    <dgm:pt modelId="{0EA4A2A1-619F-4294-9CC4-83E8E77830BF}" type="parTrans" cxnId="{0A1E4A40-68AC-4739-A954-81089F741E9D}">
      <dgm:prSet/>
      <dgm:spPr/>
      <dgm:t>
        <a:bodyPr/>
        <a:lstStyle/>
        <a:p>
          <a:endParaRPr lang="en-IN"/>
        </a:p>
      </dgm:t>
    </dgm:pt>
    <dgm:pt modelId="{3FA4A193-E0A3-407D-8D9A-10FCCD2B83EF}" type="sibTrans" cxnId="{0A1E4A40-68AC-4739-A954-81089F741E9D}">
      <dgm:prSet/>
      <dgm:spPr/>
      <dgm:t>
        <a:bodyPr/>
        <a:lstStyle/>
        <a:p>
          <a:endParaRPr lang="en-IN"/>
        </a:p>
      </dgm:t>
    </dgm:pt>
    <dgm:pt modelId="{F64EA2F3-7A8A-4B5C-A27E-904CC36C0052}">
      <dgm:prSet phldrT="[Text]" phldr="0"/>
      <dgm:spPr/>
      <dgm:t>
        <a:bodyPr/>
        <a:lstStyle/>
        <a:p>
          <a:r>
            <a:rPr lang="en-IN" dirty="0"/>
            <a:t>Agent Loop Basics</a:t>
          </a:r>
        </a:p>
      </dgm:t>
    </dgm:pt>
    <dgm:pt modelId="{1EEE81C5-E419-48FD-AA09-D0F58960F02F}" type="parTrans" cxnId="{7BAEC7B0-0DFE-47DD-8832-7FF4FC94EEFA}">
      <dgm:prSet/>
      <dgm:spPr/>
      <dgm:t>
        <a:bodyPr/>
        <a:lstStyle/>
        <a:p>
          <a:endParaRPr lang="en-IN"/>
        </a:p>
      </dgm:t>
    </dgm:pt>
    <dgm:pt modelId="{5605F245-2853-46A7-ABDF-EBA52EDDFEA4}" type="sibTrans" cxnId="{7BAEC7B0-0DFE-47DD-8832-7FF4FC94EEFA}">
      <dgm:prSet/>
      <dgm:spPr/>
      <dgm:t>
        <a:bodyPr/>
        <a:lstStyle/>
        <a:p>
          <a:endParaRPr lang="en-IN"/>
        </a:p>
      </dgm:t>
    </dgm:pt>
    <dgm:pt modelId="{F0E5126C-2CD3-4975-A27E-288D158DED74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Basics</a:t>
          </a:r>
        </a:p>
      </dgm:t>
    </dgm:pt>
    <dgm:pt modelId="{750171DA-571B-4C55-A7EA-20AA8CD7E504}" type="parTrans" cxnId="{7D6326A8-BEAA-4CA7-8FB9-D5CF9741FAD3}">
      <dgm:prSet/>
      <dgm:spPr/>
      <dgm:t>
        <a:bodyPr/>
        <a:lstStyle/>
        <a:p>
          <a:endParaRPr lang="en-IN"/>
        </a:p>
      </dgm:t>
    </dgm:pt>
    <dgm:pt modelId="{4B5985ED-E39B-4D4F-AE62-719758DA321F}" type="sibTrans" cxnId="{7D6326A8-BEAA-4CA7-8FB9-D5CF9741FAD3}">
      <dgm:prSet/>
      <dgm:spPr/>
      <dgm:t>
        <a:bodyPr/>
        <a:lstStyle/>
        <a:p>
          <a:endParaRPr lang="en-IN"/>
        </a:p>
      </dgm:t>
    </dgm:pt>
    <dgm:pt modelId="{1D05422E-30ED-4414-88AA-4530F696DFDF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Core Components</a:t>
          </a:r>
        </a:p>
      </dgm:t>
    </dgm:pt>
    <dgm:pt modelId="{16C4A166-D23D-4FAA-A5E9-F1B13BE4898C}" type="parTrans" cxnId="{62183C2D-2D34-4A64-BB60-33660DA4D31A}">
      <dgm:prSet/>
      <dgm:spPr/>
      <dgm:t>
        <a:bodyPr/>
        <a:lstStyle/>
        <a:p>
          <a:endParaRPr lang="en-IN"/>
        </a:p>
      </dgm:t>
    </dgm:pt>
    <dgm:pt modelId="{E2FBCCBE-3231-49D2-B279-02EADA2FF694}" type="sibTrans" cxnId="{62183C2D-2D34-4A64-BB60-33660DA4D31A}">
      <dgm:prSet/>
      <dgm:spPr/>
      <dgm:t>
        <a:bodyPr/>
        <a:lstStyle/>
        <a:p>
          <a:endParaRPr lang="en-IN"/>
        </a:p>
      </dgm:t>
    </dgm:pt>
    <dgm:pt modelId="{0C3B895A-D0A6-473D-8385-6DDF3C9F10DB}">
      <dgm:prSet phldrT="[Text]" phldr="0"/>
      <dgm:spPr/>
      <dgm:t>
        <a:bodyPr/>
        <a:lstStyle/>
        <a:p>
          <a:r>
            <a:rPr lang="en-IN" dirty="0" err="1"/>
            <a:t>LangChain</a:t>
          </a:r>
          <a:r>
            <a:rPr lang="en-IN" dirty="0"/>
            <a:t> Workflow</a:t>
          </a:r>
        </a:p>
      </dgm:t>
    </dgm:pt>
    <dgm:pt modelId="{0E227708-4AE6-4757-BAE3-930EA284AEB6}" type="parTrans" cxnId="{8C38B484-4FBF-4061-8D1D-EEAFD274D8AD}">
      <dgm:prSet/>
      <dgm:spPr/>
      <dgm:t>
        <a:bodyPr/>
        <a:lstStyle/>
        <a:p>
          <a:endParaRPr lang="en-IN"/>
        </a:p>
      </dgm:t>
    </dgm:pt>
    <dgm:pt modelId="{A507B0BE-DB99-44EE-AC6B-9B681A8E7B51}" type="sibTrans" cxnId="{8C38B484-4FBF-4061-8D1D-EEAFD274D8AD}">
      <dgm:prSet/>
      <dgm:spPr/>
      <dgm:t>
        <a:bodyPr/>
        <a:lstStyle/>
        <a:p>
          <a:endParaRPr lang="en-IN"/>
        </a:p>
      </dgm:t>
    </dgm:pt>
    <dgm:pt modelId="{BD18783E-6D04-4A3E-834F-C1539812ED22}" type="pres">
      <dgm:prSet presAssocID="{A3ADC42E-D92D-4CE3-B515-AB4674633F03}" presName="linear" presStyleCnt="0">
        <dgm:presLayoutVars>
          <dgm:animLvl val="lvl"/>
          <dgm:resizeHandles val="exact"/>
        </dgm:presLayoutVars>
      </dgm:prSet>
      <dgm:spPr/>
    </dgm:pt>
    <dgm:pt modelId="{5001E592-11D5-4BFB-8AFD-90D8F5F51859}" type="pres">
      <dgm:prSet presAssocID="{33530723-DC20-49DC-BDF1-C327B49DB98B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000203FE-B8EB-4BF3-A2A1-C7FF8110D335}" type="pres">
      <dgm:prSet presAssocID="{33530723-DC20-49DC-BDF1-C327B49DB98B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E4B08E29-9362-493C-A252-4C1D18059713}" type="presOf" srcId="{F64EA2F3-7A8A-4B5C-A27E-904CC36C0052}" destId="{000203FE-B8EB-4BF3-A2A1-C7FF8110D335}" srcOrd="0" destOrd="0" presId="urn:microsoft.com/office/officeart/2005/8/layout/vList2"/>
    <dgm:cxn modelId="{62183C2D-2D34-4A64-BB60-33660DA4D31A}" srcId="{33530723-DC20-49DC-BDF1-C327B49DB98B}" destId="{1D05422E-30ED-4414-88AA-4530F696DFDF}" srcOrd="2" destOrd="0" parTransId="{16C4A166-D23D-4FAA-A5E9-F1B13BE4898C}" sibTransId="{E2FBCCBE-3231-49D2-B279-02EADA2FF694}"/>
    <dgm:cxn modelId="{9FCD0137-D12F-4713-8867-5758E45C85F5}" type="presOf" srcId="{33530723-DC20-49DC-BDF1-C327B49DB98B}" destId="{5001E592-11D5-4BFB-8AFD-90D8F5F51859}" srcOrd="0" destOrd="0" presId="urn:microsoft.com/office/officeart/2005/8/layout/vList2"/>
    <dgm:cxn modelId="{0A1E4A40-68AC-4739-A954-81089F741E9D}" srcId="{A3ADC42E-D92D-4CE3-B515-AB4674633F03}" destId="{33530723-DC20-49DC-BDF1-C327B49DB98B}" srcOrd="0" destOrd="0" parTransId="{0EA4A2A1-619F-4294-9CC4-83E8E77830BF}" sibTransId="{3FA4A193-E0A3-407D-8D9A-10FCCD2B83EF}"/>
    <dgm:cxn modelId="{7AC20052-EC7F-4E29-89D7-917828EA9707}" type="presOf" srcId="{F0E5126C-2CD3-4975-A27E-288D158DED74}" destId="{000203FE-B8EB-4BF3-A2A1-C7FF8110D335}" srcOrd="0" destOrd="1" presId="urn:microsoft.com/office/officeart/2005/8/layout/vList2"/>
    <dgm:cxn modelId="{8C38B484-4FBF-4061-8D1D-EEAFD274D8AD}" srcId="{33530723-DC20-49DC-BDF1-C327B49DB98B}" destId="{0C3B895A-D0A6-473D-8385-6DDF3C9F10DB}" srcOrd="3" destOrd="0" parTransId="{0E227708-4AE6-4757-BAE3-930EA284AEB6}" sibTransId="{A507B0BE-DB99-44EE-AC6B-9B681A8E7B51}"/>
    <dgm:cxn modelId="{EF457A99-26CF-4A24-8B76-3A338D8B40A4}" type="presOf" srcId="{0C3B895A-D0A6-473D-8385-6DDF3C9F10DB}" destId="{000203FE-B8EB-4BF3-A2A1-C7FF8110D335}" srcOrd="0" destOrd="3" presId="urn:microsoft.com/office/officeart/2005/8/layout/vList2"/>
    <dgm:cxn modelId="{7D6326A8-BEAA-4CA7-8FB9-D5CF9741FAD3}" srcId="{33530723-DC20-49DC-BDF1-C327B49DB98B}" destId="{F0E5126C-2CD3-4975-A27E-288D158DED74}" srcOrd="1" destOrd="0" parTransId="{750171DA-571B-4C55-A7EA-20AA8CD7E504}" sibTransId="{4B5985ED-E39B-4D4F-AE62-719758DA321F}"/>
    <dgm:cxn modelId="{7BAEC7B0-0DFE-47DD-8832-7FF4FC94EEFA}" srcId="{33530723-DC20-49DC-BDF1-C327B49DB98B}" destId="{F64EA2F3-7A8A-4B5C-A27E-904CC36C0052}" srcOrd="0" destOrd="0" parTransId="{1EEE81C5-E419-48FD-AA09-D0F58960F02F}" sibTransId="{5605F245-2853-46A7-ABDF-EBA52EDDFEA4}"/>
    <dgm:cxn modelId="{60C389C8-B40E-4365-87E5-D7AD0F6BCBBB}" type="presOf" srcId="{1D05422E-30ED-4414-88AA-4530F696DFDF}" destId="{000203FE-B8EB-4BF3-A2A1-C7FF8110D335}" srcOrd="0" destOrd="2" presId="urn:microsoft.com/office/officeart/2005/8/layout/vList2"/>
    <dgm:cxn modelId="{14CBDDE2-2162-4BD5-8576-FAE4B3C65708}" type="presOf" srcId="{A3ADC42E-D92D-4CE3-B515-AB4674633F03}" destId="{BD18783E-6D04-4A3E-834F-C1539812ED22}" srcOrd="0" destOrd="0" presId="urn:microsoft.com/office/officeart/2005/8/layout/vList2"/>
    <dgm:cxn modelId="{70261C45-C2B7-4D1B-8E25-AB16FFBDF448}" type="presParOf" srcId="{BD18783E-6D04-4A3E-834F-C1539812ED22}" destId="{5001E592-11D5-4BFB-8AFD-90D8F5F51859}" srcOrd="0" destOrd="0" presId="urn:microsoft.com/office/officeart/2005/8/layout/vList2"/>
    <dgm:cxn modelId="{91541EE0-3229-4A43-9E2C-C30768C92F43}" type="presParOf" srcId="{BD18783E-6D04-4A3E-834F-C1539812ED22}" destId="{000203FE-B8EB-4BF3-A2A1-C7FF8110D335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EACF7C-7244-4DC8-A9B6-2F8EFB37777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9492A59-BAD7-42C2-A915-38D82785F8FD}">
      <dgm:prSet/>
      <dgm:spPr/>
      <dgm:t>
        <a:bodyPr/>
        <a:lstStyle/>
        <a:p>
          <a:r>
            <a:rPr lang="en-IN" dirty="0"/>
            <a:t>Systems that perceive → reason → act → observe</a:t>
          </a:r>
        </a:p>
      </dgm:t>
    </dgm:pt>
    <dgm:pt modelId="{BAD9F408-164C-43E8-B4A3-E72AE545F7E0}" type="parTrans" cxnId="{FEC0E9F1-115F-4F45-BD8D-51B01229E77B}">
      <dgm:prSet/>
      <dgm:spPr/>
      <dgm:t>
        <a:bodyPr/>
        <a:lstStyle/>
        <a:p>
          <a:endParaRPr lang="en-IN"/>
        </a:p>
      </dgm:t>
    </dgm:pt>
    <dgm:pt modelId="{77433CDE-E8FB-41EC-B103-53D7D736925A}" type="sibTrans" cxnId="{FEC0E9F1-115F-4F45-BD8D-51B01229E77B}">
      <dgm:prSet/>
      <dgm:spPr/>
      <dgm:t>
        <a:bodyPr/>
        <a:lstStyle/>
        <a:p>
          <a:endParaRPr lang="en-IN"/>
        </a:p>
      </dgm:t>
    </dgm:pt>
    <dgm:pt modelId="{C8A22B94-94B8-42F2-9CB2-E0357FBD9589}">
      <dgm:prSet/>
      <dgm:spPr/>
      <dgm:t>
        <a:bodyPr/>
        <a:lstStyle/>
        <a:p>
          <a:r>
            <a:rPr lang="en-IN"/>
            <a:t>They use LLM + Tools + Memory</a:t>
          </a:r>
        </a:p>
      </dgm:t>
    </dgm:pt>
    <dgm:pt modelId="{A96013DB-BCD8-4FE0-898B-438A047E7097}" type="parTrans" cxnId="{72C0C468-39C8-473C-8B38-7A1DF913B92C}">
      <dgm:prSet/>
      <dgm:spPr/>
      <dgm:t>
        <a:bodyPr/>
        <a:lstStyle/>
        <a:p>
          <a:endParaRPr lang="en-IN"/>
        </a:p>
      </dgm:t>
    </dgm:pt>
    <dgm:pt modelId="{DAA9E4E6-5F20-47A1-937E-6F6912A2FEC5}" type="sibTrans" cxnId="{72C0C468-39C8-473C-8B38-7A1DF913B92C}">
      <dgm:prSet/>
      <dgm:spPr/>
      <dgm:t>
        <a:bodyPr/>
        <a:lstStyle/>
        <a:p>
          <a:endParaRPr lang="en-IN"/>
        </a:p>
      </dgm:t>
    </dgm:pt>
    <dgm:pt modelId="{039E3580-3783-478D-896A-537B51224C40}">
      <dgm:prSet/>
      <dgm:spPr/>
      <dgm:t>
        <a:bodyPr/>
        <a:lstStyle/>
        <a:p>
          <a:r>
            <a:rPr lang="en-IN"/>
            <a:t>Operate autonomously across steps</a:t>
          </a:r>
        </a:p>
      </dgm:t>
    </dgm:pt>
    <dgm:pt modelId="{5B0D2F2C-9A8B-4615-9C0A-B116B3735E68}" type="parTrans" cxnId="{8E7B1D7D-2D9E-4D43-8DBF-EC4489AAD118}">
      <dgm:prSet/>
      <dgm:spPr/>
      <dgm:t>
        <a:bodyPr/>
        <a:lstStyle/>
        <a:p>
          <a:endParaRPr lang="en-IN"/>
        </a:p>
      </dgm:t>
    </dgm:pt>
    <dgm:pt modelId="{14149BDA-A3C9-46C3-9D1F-0DD69FD7A341}" type="sibTrans" cxnId="{8E7B1D7D-2D9E-4D43-8DBF-EC4489AAD118}">
      <dgm:prSet/>
      <dgm:spPr/>
      <dgm:t>
        <a:bodyPr/>
        <a:lstStyle/>
        <a:p>
          <a:endParaRPr lang="en-IN"/>
        </a:p>
      </dgm:t>
    </dgm:pt>
    <dgm:pt modelId="{8C7E3785-851B-4605-A891-8100C162DD0F}" type="pres">
      <dgm:prSet presAssocID="{CCEACF7C-7244-4DC8-A9B6-2F8EFB377776}" presName="linear" presStyleCnt="0">
        <dgm:presLayoutVars>
          <dgm:animLvl val="lvl"/>
          <dgm:resizeHandles val="exact"/>
        </dgm:presLayoutVars>
      </dgm:prSet>
      <dgm:spPr/>
    </dgm:pt>
    <dgm:pt modelId="{2538D7C3-0930-4A3E-B001-F95E1E8B882B}" type="pres">
      <dgm:prSet presAssocID="{29492A59-BAD7-42C2-A915-38D82785F8F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0017CFA-312F-4D88-B814-937EC8FADE58}" type="pres">
      <dgm:prSet presAssocID="{77433CDE-E8FB-41EC-B103-53D7D736925A}" presName="spacer" presStyleCnt="0"/>
      <dgm:spPr/>
    </dgm:pt>
    <dgm:pt modelId="{95199E8E-D58A-4E5F-8F31-47B613C6957F}" type="pres">
      <dgm:prSet presAssocID="{C8A22B94-94B8-42F2-9CB2-E0357FBD958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0437DA2-F7BE-432A-9B6C-E80E0CF046B0}" type="pres">
      <dgm:prSet presAssocID="{DAA9E4E6-5F20-47A1-937E-6F6912A2FEC5}" presName="spacer" presStyleCnt="0"/>
      <dgm:spPr/>
    </dgm:pt>
    <dgm:pt modelId="{2E7F7756-9925-4459-A1BB-A5455AB319D0}" type="pres">
      <dgm:prSet presAssocID="{039E3580-3783-478D-896A-537B51224C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35A3B10-81F1-4911-9641-62386E9394D5}" type="presOf" srcId="{29492A59-BAD7-42C2-A915-38D82785F8FD}" destId="{2538D7C3-0930-4A3E-B001-F95E1E8B882B}" srcOrd="0" destOrd="0" presId="urn:microsoft.com/office/officeart/2005/8/layout/vList2"/>
    <dgm:cxn modelId="{5B6ED162-3596-4DD8-80D7-70AFD07D7B63}" type="presOf" srcId="{CCEACF7C-7244-4DC8-A9B6-2F8EFB377776}" destId="{8C7E3785-851B-4605-A891-8100C162DD0F}" srcOrd="0" destOrd="0" presId="urn:microsoft.com/office/officeart/2005/8/layout/vList2"/>
    <dgm:cxn modelId="{72C0C468-39C8-473C-8B38-7A1DF913B92C}" srcId="{CCEACF7C-7244-4DC8-A9B6-2F8EFB377776}" destId="{C8A22B94-94B8-42F2-9CB2-E0357FBD9589}" srcOrd="1" destOrd="0" parTransId="{A96013DB-BCD8-4FE0-898B-438A047E7097}" sibTransId="{DAA9E4E6-5F20-47A1-937E-6F6912A2FEC5}"/>
    <dgm:cxn modelId="{8E7B1D7D-2D9E-4D43-8DBF-EC4489AAD118}" srcId="{CCEACF7C-7244-4DC8-A9B6-2F8EFB377776}" destId="{039E3580-3783-478D-896A-537B51224C40}" srcOrd="2" destOrd="0" parTransId="{5B0D2F2C-9A8B-4615-9C0A-B116B3735E68}" sibTransId="{14149BDA-A3C9-46C3-9D1F-0DD69FD7A341}"/>
    <dgm:cxn modelId="{7B37D885-9F7C-4D71-8BA4-AEE8DC7A3CA1}" type="presOf" srcId="{039E3580-3783-478D-896A-537B51224C40}" destId="{2E7F7756-9925-4459-A1BB-A5455AB319D0}" srcOrd="0" destOrd="0" presId="urn:microsoft.com/office/officeart/2005/8/layout/vList2"/>
    <dgm:cxn modelId="{BD006B8D-5E57-4898-9FA0-95290C46B2B4}" type="presOf" srcId="{C8A22B94-94B8-42F2-9CB2-E0357FBD9589}" destId="{95199E8E-D58A-4E5F-8F31-47B613C6957F}" srcOrd="0" destOrd="0" presId="urn:microsoft.com/office/officeart/2005/8/layout/vList2"/>
    <dgm:cxn modelId="{FEC0E9F1-115F-4F45-BD8D-51B01229E77B}" srcId="{CCEACF7C-7244-4DC8-A9B6-2F8EFB377776}" destId="{29492A59-BAD7-42C2-A915-38D82785F8FD}" srcOrd="0" destOrd="0" parTransId="{BAD9F408-164C-43E8-B4A3-E72AE545F7E0}" sibTransId="{77433CDE-E8FB-41EC-B103-53D7D736925A}"/>
    <dgm:cxn modelId="{11F2EA2A-1DBA-4BAC-873A-F3C12CE6113D}" type="presParOf" srcId="{8C7E3785-851B-4605-A891-8100C162DD0F}" destId="{2538D7C3-0930-4A3E-B001-F95E1E8B882B}" srcOrd="0" destOrd="0" presId="urn:microsoft.com/office/officeart/2005/8/layout/vList2"/>
    <dgm:cxn modelId="{94FD95C6-AA48-4803-8740-4904723B712E}" type="presParOf" srcId="{8C7E3785-851B-4605-A891-8100C162DD0F}" destId="{D0017CFA-312F-4D88-B814-937EC8FADE58}" srcOrd="1" destOrd="0" presId="urn:microsoft.com/office/officeart/2005/8/layout/vList2"/>
    <dgm:cxn modelId="{F61C85A1-8948-4A50-B056-485B6DA2BEC2}" type="presParOf" srcId="{8C7E3785-851B-4605-A891-8100C162DD0F}" destId="{95199E8E-D58A-4E5F-8F31-47B613C6957F}" srcOrd="2" destOrd="0" presId="urn:microsoft.com/office/officeart/2005/8/layout/vList2"/>
    <dgm:cxn modelId="{97EC1858-827E-4EF1-8DBD-82E821D03761}" type="presParOf" srcId="{8C7E3785-851B-4605-A891-8100C162DD0F}" destId="{00437DA2-F7BE-432A-9B6C-E80E0CF046B0}" srcOrd="3" destOrd="0" presId="urn:microsoft.com/office/officeart/2005/8/layout/vList2"/>
    <dgm:cxn modelId="{40964E4F-6A18-4754-BA13-6B50CAD513ED}" type="presParOf" srcId="{8C7E3785-851B-4605-A891-8100C162DD0F}" destId="{2E7F7756-9925-4459-A1BB-A5455AB319D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59FB5C-650F-461E-9136-AF834CB8ECB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6C37BE1-BEF5-448C-B3FB-C459A7A91A6E}">
      <dgm:prSet/>
      <dgm:spPr/>
      <dgm:t>
        <a:bodyPr/>
        <a:lstStyle/>
        <a:p>
          <a:r>
            <a:rPr lang="en-IN"/>
            <a:t>Normal LLMs give one-shot responses</a:t>
          </a:r>
        </a:p>
      </dgm:t>
    </dgm:pt>
    <dgm:pt modelId="{8C26AE9E-7340-4AEE-A565-ACC466F0FDB7}" type="parTrans" cxnId="{401E6593-138A-48D5-A08E-4102B0078DE8}">
      <dgm:prSet/>
      <dgm:spPr/>
      <dgm:t>
        <a:bodyPr/>
        <a:lstStyle/>
        <a:p>
          <a:endParaRPr lang="en-IN"/>
        </a:p>
      </dgm:t>
    </dgm:pt>
    <dgm:pt modelId="{E9E97009-0BFE-4082-AEAA-F9359C9F32CE}" type="sibTrans" cxnId="{401E6593-138A-48D5-A08E-4102B0078DE8}">
      <dgm:prSet/>
      <dgm:spPr/>
      <dgm:t>
        <a:bodyPr/>
        <a:lstStyle/>
        <a:p>
          <a:endParaRPr lang="en-IN"/>
        </a:p>
      </dgm:t>
    </dgm:pt>
    <dgm:pt modelId="{A63C195F-E80B-43EE-9E86-BD57E79C2C53}">
      <dgm:prSet/>
      <dgm:spPr/>
      <dgm:t>
        <a:bodyPr/>
        <a:lstStyle/>
        <a:p>
          <a:r>
            <a:rPr lang="en-IN"/>
            <a:t>Agents dynamically decide next steps</a:t>
          </a:r>
        </a:p>
      </dgm:t>
    </dgm:pt>
    <dgm:pt modelId="{A112DE5A-8E95-4530-8AC2-B2C1B12B5B97}" type="parTrans" cxnId="{137C6AD7-1296-43EF-8851-F6E9FE4A2342}">
      <dgm:prSet/>
      <dgm:spPr/>
      <dgm:t>
        <a:bodyPr/>
        <a:lstStyle/>
        <a:p>
          <a:endParaRPr lang="en-IN"/>
        </a:p>
      </dgm:t>
    </dgm:pt>
    <dgm:pt modelId="{B39D84A3-72EE-41D2-A5F3-7CFC4CE68C36}" type="sibTrans" cxnId="{137C6AD7-1296-43EF-8851-F6E9FE4A2342}">
      <dgm:prSet/>
      <dgm:spPr/>
      <dgm:t>
        <a:bodyPr/>
        <a:lstStyle/>
        <a:p>
          <a:endParaRPr lang="en-IN"/>
        </a:p>
      </dgm:t>
    </dgm:pt>
    <dgm:pt modelId="{1C79733E-6820-4663-B3BB-06A3E8C7261C}">
      <dgm:prSet/>
      <dgm:spPr/>
      <dgm:t>
        <a:bodyPr/>
        <a:lstStyle/>
        <a:p>
          <a:r>
            <a:rPr lang="en-IN"/>
            <a:t>Handle complex multi-step workflows</a:t>
          </a:r>
        </a:p>
      </dgm:t>
    </dgm:pt>
    <dgm:pt modelId="{7E8C4E6E-C982-44CA-A194-ECFB50FDF11D}" type="parTrans" cxnId="{09B24B15-4882-430B-B59B-173898033D20}">
      <dgm:prSet/>
      <dgm:spPr/>
      <dgm:t>
        <a:bodyPr/>
        <a:lstStyle/>
        <a:p>
          <a:endParaRPr lang="en-IN"/>
        </a:p>
      </dgm:t>
    </dgm:pt>
    <dgm:pt modelId="{F4F1AEE8-D1AD-4266-810A-589C190207FD}" type="sibTrans" cxnId="{09B24B15-4882-430B-B59B-173898033D20}">
      <dgm:prSet/>
      <dgm:spPr/>
      <dgm:t>
        <a:bodyPr/>
        <a:lstStyle/>
        <a:p>
          <a:endParaRPr lang="en-IN"/>
        </a:p>
      </dgm:t>
    </dgm:pt>
    <dgm:pt modelId="{8621111C-E38A-4D42-ADA2-1003C0158747}" type="pres">
      <dgm:prSet presAssocID="{4B59FB5C-650F-461E-9136-AF834CB8ECB1}" presName="linear" presStyleCnt="0">
        <dgm:presLayoutVars>
          <dgm:animLvl val="lvl"/>
          <dgm:resizeHandles val="exact"/>
        </dgm:presLayoutVars>
      </dgm:prSet>
      <dgm:spPr/>
    </dgm:pt>
    <dgm:pt modelId="{9B474FB1-DCB5-493A-AB73-DF36C4A33CF2}" type="pres">
      <dgm:prSet presAssocID="{36C37BE1-BEF5-448C-B3FB-C459A7A91A6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FDAFB050-D0F6-4E6D-AECF-FDAA1F4F958B}" type="pres">
      <dgm:prSet presAssocID="{E9E97009-0BFE-4082-AEAA-F9359C9F32CE}" presName="spacer" presStyleCnt="0"/>
      <dgm:spPr/>
    </dgm:pt>
    <dgm:pt modelId="{54FF7229-BC91-4068-BE98-5D0987472F1C}" type="pres">
      <dgm:prSet presAssocID="{A63C195F-E80B-43EE-9E86-BD57E79C2C5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36BCFBE-DDAF-4282-8B70-FC79EAC55A69}" type="pres">
      <dgm:prSet presAssocID="{B39D84A3-72EE-41D2-A5F3-7CFC4CE68C36}" presName="spacer" presStyleCnt="0"/>
      <dgm:spPr/>
    </dgm:pt>
    <dgm:pt modelId="{87A0064D-13A3-46D8-917B-9B28396156E1}" type="pres">
      <dgm:prSet presAssocID="{1C79733E-6820-4663-B3BB-06A3E8C726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09B24B15-4882-430B-B59B-173898033D20}" srcId="{4B59FB5C-650F-461E-9136-AF834CB8ECB1}" destId="{1C79733E-6820-4663-B3BB-06A3E8C7261C}" srcOrd="2" destOrd="0" parTransId="{7E8C4E6E-C982-44CA-A194-ECFB50FDF11D}" sibTransId="{F4F1AEE8-D1AD-4266-810A-589C190207FD}"/>
    <dgm:cxn modelId="{11AA3444-9D91-4813-B1EA-25C4A8A6C1E2}" type="presOf" srcId="{1C79733E-6820-4663-B3BB-06A3E8C7261C}" destId="{87A0064D-13A3-46D8-917B-9B28396156E1}" srcOrd="0" destOrd="0" presId="urn:microsoft.com/office/officeart/2005/8/layout/vList2"/>
    <dgm:cxn modelId="{AA456E7A-1600-457A-9401-A7AF37919C20}" type="presOf" srcId="{A63C195F-E80B-43EE-9E86-BD57E79C2C53}" destId="{54FF7229-BC91-4068-BE98-5D0987472F1C}" srcOrd="0" destOrd="0" presId="urn:microsoft.com/office/officeart/2005/8/layout/vList2"/>
    <dgm:cxn modelId="{3DDF307F-CA99-4516-A4E0-DE05D134DF05}" type="presOf" srcId="{36C37BE1-BEF5-448C-B3FB-C459A7A91A6E}" destId="{9B474FB1-DCB5-493A-AB73-DF36C4A33CF2}" srcOrd="0" destOrd="0" presId="urn:microsoft.com/office/officeart/2005/8/layout/vList2"/>
    <dgm:cxn modelId="{401E6593-138A-48D5-A08E-4102B0078DE8}" srcId="{4B59FB5C-650F-461E-9136-AF834CB8ECB1}" destId="{36C37BE1-BEF5-448C-B3FB-C459A7A91A6E}" srcOrd="0" destOrd="0" parTransId="{8C26AE9E-7340-4AEE-A565-ACC466F0FDB7}" sibTransId="{E9E97009-0BFE-4082-AEAA-F9359C9F32CE}"/>
    <dgm:cxn modelId="{826D3396-E432-4F2D-883E-4D60E5D2C114}" type="presOf" srcId="{4B59FB5C-650F-461E-9136-AF834CB8ECB1}" destId="{8621111C-E38A-4D42-ADA2-1003C0158747}" srcOrd="0" destOrd="0" presId="urn:microsoft.com/office/officeart/2005/8/layout/vList2"/>
    <dgm:cxn modelId="{137C6AD7-1296-43EF-8851-F6E9FE4A2342}" srcId="{4B59FB5C-650F-461E-9136-AF834CB8ECB1}" destId="{A63C195F-E80B-43EE-9E86-BD57E79C2C53}" srcOrd="1" destOrd="0" parTransId="{A112DE5A-8E95-4530-8AC2-B2C1B12B5B97}" sibTransId="{B39D84A3-72EE-41D2-A5F3-7CFC4CE68C36}"/>
    <dgm:cxn modelId="{C428E295-25CE-4919-846D-70C9E68D4CC2}" type="presParOf" srcId="{8621111C-E38A-4D42-ADA2-1003C0158747}" destId="{9B474FB1-DCB5-493A-AB73-DF36C4A33CF2}" srcOrd="0" destOrd="0" presId="urn:microsoft.com/office/officeart/2005/8/layout/vList2"/>
    <dgm:cxn modelId="{0E6D6221-FBC1-411A-AC7D-0E77457B24B1}" type="presParOf" srcId="{8621111C-E38A-4D42-ADA2-1003C0158747}" destId="{FDAFB050-D0F6-4E6D-AECF-FDAA1F4F958B}" srcOrd="1" destOrd="0" presId="urn:microsoft.com/office/officeart/2005/8/layout/vList2"/>
    <dgm:cxn modelId="{1C3C9083-CA6B-4DC9-96B3-BA517D6C0122}" type="presParOf" srcId="{8621111C-E38A-4D42-ADA2-1003C0158747}" destId="{54FF7229-BC91-4068-BE98-5D0987472F1C}" srcOrd="2" destOrd="0" presId="urn:microsoft.com/office/officeart/2005/8/layout/vList2"/>
    <dgm:cxn modelId="{F1ABEB7C-0AB0-41A3-8E54-F8D320705E92}" type="presParOf" srcId="{8621111C-E38A-4D42-ADA2-1003C0158747}" destId="{536BCFBE-DDAF-4282-8B70-FC79EAC55A69}" srcOrd="3" destOrd="0" presId="urn:microsoft.com/office/officeart/2005/8/layout/vList2"/>
    <dgm:cxn modelId="{B1D2937D-2323-4090-95B2-873BC476EB9C}" type="presParOf" srcId="{8621111C-E38A-4D42-ADA2-1003C0158747}" destId="{87A0064D-13A3-46D8-917B-9B28396156E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4E291F2-2A7D-461E-9D97-3B7236C5A14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1715334-CA19-4AC9-BEB0-A675C816C589}">
      <dgm:prSet/>
      <dgm:spPr/>
      <dgm:t>
        <a:bodyPr/>
        <a:lstStyle/>
        <a:p>
          <a:r>
            <a:rPr lang="en-IN"/>
            <a:t>Core idea: iterative reasoning cycle</a:t>
          </a:r>
        </a:p>
      </dgm:t>
    </dgm:pt>
    <dgm:pt modelId="{591068F3-C1D5-4129-AE26-9400BC57583C}" type="parTrans" cxnId="{48243421-168A-40C8-AE5A-ACEB1D28D411}">
      <dgm:prSet/>
      <dgm:spPr/>
      <dgm:t>
        <a:bodyPr/>
        <a:lstStyle/>
        <a:p>
          <a:endParaRPr lang="en-IN"/>
        </a:p>
      </dgm:t>
    </dgm:pt>
    <dgm:pt modelId="{5FE86048-2293-4096-A27C-68DA4526BABD}" type="sibTrans" cxnId="{48243421-168A-40C8-AE5A-ACEB1D28D411}">
      <dgm:prSet/>
      <dgm:spPr/>
      <dgm:t>
        <a:bodyPr/>
        <a:lstStyle/>
        <a:p>
          <a:endParaRPr lang="en-IN"/>
        </a:p>
      </dgm:t>
    </dgm:pt>
    <dgm:pt modelId="{99D4D1E1-7E3A-4514-80B2-C12F18698B07}">
      <dgm:prSet/>
      <dgm:spPr/>
      <dgm:t>
        <a:bodyPr/>
        <a:lstStyle/>
        <a:p>
          <a:r>
            <a:rPr lang="en-IN"/>
            <a:t>Think → Act → Observe → Reflect → Repeat</a:t>
          </a:r>
        </a:p>
      </dgm:t>
    </dgm:pt>
    <dgm:pt modelId="{D8BE75FE-1087-4295-AF00-76E9E23BFE46}" type="parTrans" cxnId="{F8B2A78A-CBC3-4A64-AB47-53D2E9634354}">
      <dgm:prSet/>
      <dgm:spPr/>
      <dgm:t>
        <a:bodyPr/>
        <a:lstStyle/>
        <a:p>
          <a:endParaRPr lang="en-IN"/>
        </a:p>
      </dgm:t>
    </dgm:pt>
    <dgm:pt modelId="{D2E05E55-382D-4017-A912-72F242BE4552}" type="sibTrans" cxnId="{F8B2A78A-CBC3-4A64-AB47-53D2E9634354}">
      <dgm:prSet/>
      <dgm:spPr/>
      <dgm:t>
        <a:bodyPr/>
        <a:lstStyle/>
        <a:p>
          <a:endParaRPr lang="en-IN"/>
        </a:p>
      </dgm:t>
    </dgm:pt>
    <dgm:pt modelId="{FD3B6449-FECF-4005-A0C4-41233667D2D6}">
      <dgm:prSet/>
      <dgm:spPr/>
      <dgm:t>
        <a:bodyPr/>
        <a:lstStyle/>
        <a:p>
          <a:r>
            <a:rPr lang="en-IN"/>
            <a:t>Enables multi-step planning and correction</a:t>
          </a:r>
        </a:p>
      </dgm:t>
    </dgm:pt>
    <dgm:pt modelId="{D2BEA763-40E6-495F-85DA-04A15179C9AF}" type="parTrans" cxnId="{B5C551D9-443B-439A-9001-109186511149}">
      <dgm:prSet/>
      <dgm:spPr/>
      <dgm:t>
        <a:bodyPr/>
        <a:lstStyle/>
        <a:p>
          <a:endParaRPr lang="en-IN"/>
        </a:p>
      </dgm:t>
    </dgm:pt>
    <dgm:pt modelId="{E7988434-BE6D-4D7C-9127-1E45514783D7}" type="sibTrans" cxnId="{B5C551D9-443B-439A-9001-109186511149}">
      <dgm:prSet/>
      <dgm:spPr/>
      <dgm:t>
        <a:bodyPr/>
        <a:lstStyle/>
        <a:p>
          <a:endParaRPr lang="en-IN"/>
        </a:p>
      </dgm:t>
    </dgm:pt>
    <dgm:pt modelId="{3889D85C-CE7E-4E57-8A9B-67B840830CCA}" type="pres">
      <dgm:prSet presAssocID="{E4E291F2-2A7D-461E-9D97-3B7236C5A149}" presName="linear" presStyleCnt="0">
        <dgm:presLayoutVars>
          <dgm:animLvl val="lvl"/>
          <dgm:resizeHandles val="exact"/>
        </dgm:presLayoutVars>
      </dgm:prSet>
      <dgm:spPr/>
    </dgm:pt>
    <dgm:pt modelId="{CB30DD13-2C9D-4E91-ADAA-479F1BBD8AE6}" type="pres">
      <dgm:prSet presAssocID="{E1715334-CA19-4AC9-BEB0-A675C816C58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68DFBD1-349F-4B8E-942C-E8E618F75331}" type="pres">
      <dgm:prSet presAssocID="{5FE86048-2293-4096-A27C-68DA4526BABD}" presName="spacer" presStyleCnt="0"/>
      <dgm:spPr/>
    </dgm:pt>
    <dgm:pt modelId="{90D7AC2F-0203-4BA8-B330-2F3B61034713}" type="pres">
      <dgm:prSet presAssocID="{99D4D1E1-7E3A-4514-80B2-C12F18698B0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C188F71-AE87-43C0-8FC0-395A7180F9E2}" type="pres">
      <dgm:prSet presAssocID="{D2E05E55-382D-4017-A912-72F242BE4552}" presName="spacer" presStyleCnt="0"/>
      <dgm:spPr/>
    </dgm:pt>
    <dgm:pt modelId="{35F42A40-CD41-4867-A0BB-23F0324A64E4}" type="pres">
      <dgm:prSet presAssocID="{FD3B6449-FECF-4005-A0C4-41233667D2D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48243421-168A-40C8-AE5A-ACEB1D28D411}" srcId="{E4E291F2-2A7D-461E-9D97-3B7236C5A149}" destId="{E1715334-CA19-4AC9-BEB0-A675C816C589}" srcOrd="0" destOrd="0" parTransId="{591068F3-C1D5-4129-AE26-9400BC57583C}" sibTransId="{5FE86048-2293-4096-A27C-68DA4526BABD}"/>
    <dgm:cxn modelId="{4533DC23-0FD2-47B6-950D-BC640F2D4A37}" type="presOf" srcId="{E1715334-CA19-4AC9-BEB0-A675C816C589}" destId="{CB30DD13-2C9D-4E91-ADAA-479F1BBD8AE6}" srcOrd="0" destOrd="0" presId="urn:microsoft.com/office/officeart/2005/8/layout/vList2"/>
    <dgm:cxn modelId="{0B118868-0255-4A4D-BF77-9ADD39D337CD}" type="presOf" srcId="{99D4D1E1-7E3A-4514-80B2-C12F18698B07}" destId="{90D7AC2F-0203-4BA8-B330-2F3B61034713}" srcOrd="0" destOrd="0" presId="urn:microsoft.com/office/officeart/2005/8/layout/vList2"/>
    <dgm:cxn modelId="{F8A0E85A-51A1-4D1A-A6C5-C3450B6E3C1E}" type="presOf" srcId="{E4E291F2-2A7D-461E-9D97-3B7236C5A149}" destId="{3889D85C-CE7E-4E57-8A9B-67B840830CCA}" srcOrd="0" destOrd="0" presId="urn:microsoft.com/office/officeart/2005/8/layout/vList2"/>
    <dgm:cxn modelId="{F8B2A78A-CBC3-4A64-AB47-53D2E9634354}" srcId="{E4E291F2-2A7D-461E-9D97-3B7236C5A149}" destId="{99D4D1E1-7E3A-4514-80B2-C12F18698B07}" srcOrd="1" destOrd="0" parTransId="{D8BE75FE-1087-4295-AF00-76E9E23BFE46}" sibTransId="{D2E05E55-382D-4017-A912-72F242BE4552}"/>
    <dgm:cxn modelId="{19D197C7-7ED3-4D14-A1A9-ECE43CF7C714}" type="presOf" srcId="{FD3B6449-FECF-4005-A0C4-41233667D2D6}" destId="{35F42A40-CD41-4867-A0BB-23F0324A64E4}" srcOrd="0" destOrd="0" presId="urn:microsoft.com/office/officeart/2005/8/layout/vList2"/>
    <dgm:cxn modelId="{B5C551D9-443B-439A-9001-109186511149}" srcId="{E4E291F2-2A7D-461E-9D97-3B7236C5A149}" destId="{FD3B6449-FECF-4005-A0C4-41233667D2D6}" srcOrd="2" destOrd="0" parTransId="{D2BEA763-40E6-495F-85DA-04A15179C9AF}" sibTransId="{E7988434-BE6D-4D7C-9127-1E45514783D7}"/>
    <dgm:cxn modelId="{00606F71-76D1-460D-8ECA-26F0F939947E}" type="presParOf" srcId="{3889D85C-CE7E-4E57-8A9B-67B840830CCA}" destId="{CB30DD13-2C9D-4E91-ADAA-479F1BBD8AE6}" srcOrd="0" destOrd="0" presId="urn:microsoft.com/office/officeart/2005/8/layout/vList2"/>
    <dgm:cxn modelId="{A93C37F2-7864-4116-9D93-57EC19686769}" type="presParOf" srcId="{3889D85C-CE7E-4E57-8A9B-67B840830CCA}" destId="{E68DFBD1-349F-4B8E-942C-E8E618F75331}" srcOrd="1" destOrd="0" presId="urn:microsoft.com/office/officeart/2005/8/layout/vList2"/>
    <dgm:cxn modelId="{977D0022-DAD1-4B69-B6C6-A8D64A7EDA55}" type="presParOf" srcId="{3889D85C-CE7E-4E57-8A9B-67B840830CCA}" destId="{90D7AC2F-0203-4BA8-B330-2F3B61034713}" srcOrd="2" destOrd="0" presId="urn:microsoft.com/office/officeart/2005/8/layout/vList2"/>
    <dgm:cxn modelId="{615359F4-5CC2-4E97-8677-3C586B9FAD16}" type="presParOf" srcId="{3889D85C-CE7E-4E57-8A9B-67B840830CCA}" destId="{0C188F71-AE87-43C0-8FC0-395A7180F9E2}" srcOrd="3" destOrd="0" presId="urn:microsoft.com/office/officeart/2005/8/layout/vList2"/>
    <dgm:cxn modelId="{D08CE989-E152-4A6E-860B-80CDE98F5B84}" type="presParOf" srcId="{3889D85C-CE7E-4E57-8A9B-67B840830CCA}" destId="{35F42A40-CD41-4867-A0BB-23F0324A64E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DE703B7-3372-4E15-9FD3-B55CB70E62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1C627EF-01A8-4EC6-9A89-BD12EE047DCE}">
      <dgm:prSet/>
      <dgm:spPr/>
      <dgm:t>
        <a:bodyPr/>
        <a:lstStyle/>
        <a:p>
          <a:r>
            <a:rPr lang="en-IN" dirty="0"/>
            <a:t>Think: LLM plans next step</a:t>
          </a:r>
        </a:p>
      </dgm:t>
    </dgm:pt>
    <dgm:pt modelId="{48FC368A-1A01-4CA0-B6A0-CB45C51D12E0}" type="parTrans" cxnId="{7A67255B-1DD3-42EC-AB0F-3F54DC6FB76F}">
      <dgm:prSet/>
      <dgm:spPr/>
      <dgm:t>
        <a:bodyPr/>
        <a:lstStyle/>
        <a:p>
          <a:endParaRPr lang="en-IN"/>
        </a:p>
      </dgm:t>
    </dgm:pt>
    <dgm:pt modelId="{031917EB-4CF8-4F75-8B39-95F6A6381C11}" type="sibTrans" cxnId="{7A67255B-1DD3-42EC-AB0F-3F54DC6FB76F}">
      <dgm:prSet/>
      <dgm:spPr/>
      <dgm:t>
        <a:bodyPr/>
        <a:lstStyle/>
        <a:p>
          <a:endParaRPr lang="en-IN"/>
        </a:p>
      </dgm:t>
    </dgm:pt>
    <dgm:pt modelId="{7A3F5EA6-F385-40A7-8252-32836722D2A4}">
      <dgm:prSet/>
      <dgm:spPr/>
      <dgm:t>
        <a:bodyPr/>
        <a:lstStyle/>
        <a:p>
          <a:r>
            <a:rPr lang="en-IN"/>
            <a:t>Act: Calls an external tool</a:t>
          </a:r>
        </a:p>
      </dgm:t>
    </dgm:pt>
    <dgm:pt modelId="{D6A5D97A-6B71-4179-97E4-9ED44E5A2CE1}" type="parTrans" cxnId="{820C3FB4-42DE-4ED6-B3CA-B7868E56A172}">
      <dgm:prSet/>
      <dgm:spPr/>
      <dgm:t>
        <a:bodyPr/>
        <a:lstStyle/>
        <a:p>
          <a:endParaRPr lang="en-IN"/>
        </a:p>
      </dgm:t>
    </dgm:pt>
    <dgm:pt modelId="{5D1AC04B-1BC4-456A-8191-37E81E48D21C}" type="sibTrans" cxnId="{820C3FB4-42DE-4ED6-B3CA-B7868E56A172}">
      <dgm:prSet/>
      <dgm:spPr/>
      <dgm:t>
        <a:bodyPr/>
        <a:lstStyle/>
        <a:p>
          <a:endParaRPr lang="en-IN"/>
        </a:p>
      </dgm:t>
    </dgm:pt>
    <dgm:pt modelId="{F9CC5D9C-A6DA-4A55-9236-334041B9F2A4}">
      <dgm:prSet/>
      <dgm:spPr/>
      <dgm:t>
        <a:bodyPr/>
        <a:lstStyle/>
        <a:p>
          <a:r>
            <a:rPr lang="en-IN"/>
            <a:t>Observe: Reads tool output</a:t>
          </a:r>
        </a:p>
      </dgm:t>
    </dgm:pt>
    <dgm:pt modelId="{C06B900C-565A-4C76-9606-BF04A4AAB9CC}" type="parTrans" cxnId="{4E516A69-39F2-4B63-8041-C5C0BEB8D5B8}">
      <dgm:prSet/>
      <dgm:spPr/>
      <dgm:t>
        <a:bodyPr/>
        <a:lstStyle/>
        <a:p>
          <a:endParaRPr lang="en-IN"/>
        </a:p>
      </dgm:t>
    </dgm:pt>
    <dgm:pt modelId="{1FB66820-4FA8-4831-9E82-A358D9D30D17}" type="sibTrans" cxnId="{4E516A69-39F2-4B63-8041-C5C0BEB8D5B8}">
      <dgm:prSet/>
      <dgm:spPr/>
      <dgm:t>
        <a:bodyPr/>
        <a:lstStyle/>
        <a:p>
          <a:endParaRPr lang="en-IN"/>
        </a:p>
      </dgm:t>
    </dgm:pt>
    <dgm:pt modelId="{D3941AF5-4D70-42C4-BAB6-05995BD8B7A4}">
      <dgm:prSet/>
      <dgm:spPr/>
      <dgm:t>
        <a:bodyPr/>
        <a:lstStyle/>
        <a:p>
          <a:r>
            <a:rPr lang="en-IN"/>
            <a:t>Reflect: Adjusts next move</a:t>
          </a:r>
        </a:p>
      </dgm:t>
    </dgm:pt>
    <dgm:pt modelId="{0AFAF2DE-E31D-4418-B557-B4FDFDC937E8}" type="parTrans" cxnId="{222DB44B-92F4-4264-BA1E-B0734C81112C}">
      <dgm:prSet/>
      <dgm:spPr/>
      <dgm:t>
        <a:bodyPr/>
        <a:lstStyle/>
        <a:p>
          <a:endParaRPr lang="en-IN"/>
        </a:p>
      </dgm:t>
    </dgm:pt>
    <dgm:pt modelId="{570FC49A-B58C-471A-97EB-387AB084FA68}" type="sibTrans" cxnId="{222DB44B-92F4-4264-BA1E-B0734C81112C}">
      <dgm:prSet/>
      <dgm:spPr/>
      <dgm:t>
        <a:bodyPr/>
        <a:lstStyle/>
        <a:p>
          <a:endParaRPr lang="en-IN"/>
        </a:p>
      </dgm:t>
    </dgm:pt>
    <dgm:pt modelId="{68EFB0DC-2041-4709-AF72-F07B2569A597}">
      <dgm:prSet/>
      <dgm:spPr/>
      <dgm:t>
        <a:bodyPr/>
        <a:lstStyle/>
        <a:p>
          <a:r>
            <a:rPr lang="en-IN"/>
            <a:t>Repeat: Continues until final result</a:t>
          </a:r>
        </a:p>
      </dgm:t>
    </dgm:pt>
    <dgm:pt modelId="{EDA64AD2-02E3-4587-910A-7FC9D63C5663}" type="parTrans" cxnId="{26810994-1874-414D-8E6B-F8C1F53BA906}">
      <dgm:prSet/>
      <dgm:spPr/>
      <dgm:t>
        <a:bodyPr/>
        <a:lstStyle/>
        <a:p>
          <a:endParaRPr lang="en-IN"/>
        </a:p>
      </dgm:t>
    </dgm:pt>
    <dgm:pt modelId="{A5EA8DDC-9146-4CF6-BB1D-E717439EFE9A}" type="sibTrans" cxnId="{26810994-1874-414D-8E6B-F8C1F53BA906}">
      <dgm:prSet/>
      <dgm:spPr/>
      <dgm:t>
        <a:bodyPr/>
        <a:lstStyle/>
        <a:p>
          <a:endParaRPr lang="en-IN"/>
        </a:p>
      </dgm:t>
    </dgm:pt>
    <dgm:pt modelId="{B704ABDB-5515-402A-A659-ECADEA99EC4F}" type="pres">
      <dgm:prSet presAssocID="{3DE703B7-3372-4E15-9FD3-B55CB70E625A}" presName="linear" presStyleCnt="0">
        <dgm:presLayoutVars>
          <dgm:animLvl val="lvl"/>
          <dgm:resizeHandles val="exact"/>
        </dgm:presLayoutVars>
      </dgm:prSet>
      <dgm:spPr/>
    </dgm:pt>
    <dgm:pt modelId="{10F66C11-1FCE-427A-84C9-CCEF4D0D1F2A}" type="pres">
      <dgm:prSet presAssocID="{D1C627EF-01A8-4EC6-9A89-BD12EE047DC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36502C-2E22-4370-8F45-533212523107}" type="pres">
      <dgm:prSet presAssocID="{031917EB-4CF8-4F75-8B39-95F6A6381C11}" presName="spacer" presStyleCnt="0"/>
      <dgm:spPr/>
    </dgm:pt>
    <dgm:pt modelId="{2AFCD22B-FE10-4FB9-BC59-5DF12C1A68B9}" type="pres">
      <dgm:prSet presAssocID="{7A3F5EA6-F385-40A7-8252-32836722D2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552CCA9-15E8-4707-B9A7-560D563F9893}" type="pres">
      <dgm:prSet presAssocID="{5D1AC04B-1BC4-456A-8191-37E81E48D21C}" presName="spacer" presStyleCnt="0"/>
      <dgm:spPr/>
    </dgm:pt>
    <dgm:pt modelId="{60BB789A-80AA-4880-9242-91667AE7E576}" type="pres">
      <dgm:prSet presAssocID="{F9CC5D9C-A6DA-4A55-9236-334041B9F2A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83A3D4-EE6F-4672-893D-003DE310D117}" type="pres">
      <dgm:prSet presAssocID="{1FB66820-4FA8-4831-9E82-A358D9D30D17}" presName="spacer" presStyleCnt="0"/>
      <dgm:spPr/>
    </dgm:pt>
    <dgm:pt modelId="{AE9B4C99-5675-445C-8A33-F86B0CB3BCE3}" type="pres">
      <dgm:prSet presAssocID="{D3941AF5-4D70-42C4-BAB6-05995BD8B7A4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FBB5709-FD0F-4498-8D1F-EE8DE0D3907B}" type="pres">
      <dgm:prSet presAssocID="{570FC49A-B58C-471A-97EB-387AB084FA68}" presName="spacer" presStyleCnt="0"/>
      <dgm:spPr/>
    </dgm:pt>
    <dgm:pt modelId="{D63A7CCC-DF39-4FD0-95B2-1363045E7F57}" type="pres">
      <dgm:prSet presAssocID="{68EFB0DC-2041-4709-AF72-F07B2569A59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67255B-1DD3-42EC-AB0F-3F54DC6FB76F}" srcId="{3DE703B7-3372-4E15-9FD3-B55CB70E625A}" destId="{D1C627EF-01A8-4EC6-9A89-BD12EE047DCE}" srcOrd="0" destOrd="0" parTransId="{48FC368A-1A01-4CA0-B6A0-CB45C51D12E0}" sibTransId="{031917EB-4CF8-4F75-8B39-95F6A6381C11}"/>
    <dgm:cxn modelId="{413B405C-36A5-4E22-AD6B-20A2CE9A42D1}" type="presOf" srcId="{7A3F5EA6-F385-40A7-8252-32836722D2A4}" destId="{2AFCD22B-FE10-4FB9-BC59-5DF12C1A68B9}" srcOrd="0" destOrd="0" presId="urn:microsoft.com/office/officeart/2005/8/layout/vList2"/>
    <dgm:cxn modelId="{E3CD4845-A9B9-47DA-9A5B-3E18D76EC330}" type="presOf" srcId="{F9CC5D9C-A6DA-4A55-9236-334041B9F2A4}" destId="{60BB789A-80AA-4880-9242-91667AE7E576}" srcOrd="0" destOrd="0" presId="urn:microsoft.com/office/officeart/2005/8/layout/vList2"/>
    <dgm:cxn modelId="{4E516A69-39F2-4B63-8041-C5C0BEB8D5B8}" srcId="{3DE703B7-3372-4E15-9FD3-B55CB70E625A}" destId="{F9CC5D9C-A6DA-4A55-9236-334041B9F2A4}" srcOrd="2" destOrd="0" parTransId="{C06B900C-565A-4C76-9606-BF04A4AAB9CC}" sibTransId="{1FB66820-4FA8-4831-9E82-A358D9D30D17}"/>
    <dgm:cxn modelId="{222DB44B-92F4-4264-BA1E-B0734C81112C}" srcId="{3DE703B7-3372-4E15-9FD3-B55CB70E625A}" destId="{D3941AF5-4D70-42C4-BAB6-05995BD8B7A4}" srcOrd="3" destOrd="0" parTransId="{0AFAF2DE-E31D-4418-B557-B4FDFDC937E8}" sibTransId="{570FC49A-B58C-471A-97EB-387AB084FA68}"/>
    <dgm:cxn modelId="{C284D06F-FF6F-41BF-A3D7-A7823AEEC04E}" type="presOf" srcId="{D3941AF5-4D70-42C4-BAB6-05995BD8B7A4}" destId="{AE9B4C99-5675-445C-8A33-F86B0CB3BCE3}" srcOrd="0" destOrd="0" presId="urn:microsoft.com/office/officeart/2005/8/layout/vList2"/>
    <dgm:cxn modelId="{8F47F67C-C85D-4D16-A3B6-02FD6AEF545F}" type="presOf" srcId="{68EFB0DC-2041-4709-AF72-F07B2569A597}" destId="{D63A7CCC-DF39-4FD0-95B2-1363045E7F57}" srcOrd="0" destOrd="0" presId="urn:microsoft.com/office/officeart/2005/8/layout/vList2"/>
    <dgm:cxn modelId="{231F3883-36F6-478D-BC70-F6A5508D89B6}" type="presOf" srcId="{3DE703B7-3372-4E15-9FD3-B55CB70E625A}" destId="{B704ABDB-5515-402A-A659-ECADEA99EC4F}" srcOrd="0" destOrd="0" presId="urn:microsoft.com/office/officeart/2005/8/layout/vList2"/>
    <dgm:cxn modelId="{26810994-1874-414D-8E6B-F8C1F53BA906}" srcId="{3DE703B7-3372-4E15-9FD3-B55CB70E625A}" destId="{68EFB0DC-2041-4709-AF72-F07B2569A597}" srcOrd="4" destOrd="0" parTransId="{EDA64AD2-02E3-4587-910A-7FC9D63C5663}" sibTransId="{A5EA8DDC-9146-4CF6-BB1D-E717439EFE9A}"/>
    <dgm:cxn modelId="{820C3FB4-42DE-4ED6-B3CA-B7868E56A172}" srcId="{3DE703B7-3372-4E15-9FD3-B55CB70E625A}" destId="{7A3F5EA6-F385-40A7-8252-32836722D2A4}" srcOrd="1" destOrd="0" parTransId="{D6A5D97A-6B71-4179-97E4-9ED44E5A2CE1}" sibTransId="{5D1AC04B-1BC4-456A-8191-37E81E48D21C}"/>
    <dgm:cxn modelId="{A9BDBED7-CD30-44E1-AAC6-FC1C82A9BDA1}" type="presOf" srcId="{D1C627EF-01A8-4EC6-9A89-BD12EE047DCE}" destId="{10F66C11-1FCE-427A-84C9-CCEF4D0D1F2A}" srcOrd="0" destOrd="0" presId="urn:microsoft.com/office/officeart/2005/8/layout/vList2"/>
    <dgm:cxn modelId="{2053E6D6-ADBF-4F15-A821-EA78B0EC90E4}" type="presParOf" srcId="{B704ABDB-5515-402A-A659-ECADEA99EC4F}" destId="{10F66C11-1FCE-427A-84C9-CCEF4D0D1F2A}" srcOrd="0" destOrd="0" presId="urn:microsoft.com/office/officeart/2005/8/layout/vList2"/>
    <dgm:cxn modelId="{C671AA47-1BDA-43D0-8FA4-E998FB1B8FFE}" type="presParOf" srcId="{B704ABDB-5515-402A-A659-ECADEA99EC4F}" destId="{DD36502C-2E22-4370-8F45-533212523107}" srcOrd="1" destOrd="0" presId="urn:microsoft.com/office/officeart/2005/8/layout/vList2"/>
    <dgm:cxn modelId="{B02B9D3D-02DA-42B2-A442-972EE77390FA}" type="presParOf" srcId="{B704ABDB-5515-402A-A659-ECADEA99EC4F}" destId="{2AFCD22B-FE10-4FB9-BC59-5DF12C1A68B9}" srcOrd="2" destOrd="0" presId="urn:microsoft.com/office/officeart/2005/8/layout/vList2"/>
    <dgm:cxn modelId="{282F3A13-BF96-4EBF-AC28-D76C411E0F27}" type="presParOf" srcId="{B704ABDB-5515-402A-A659-ECADEA99EC4F}" destId="{E552CCA9-15E8-4707-B9A7-560D563F9893}" srcOrd="3" destOrd="0" presId="urn:microsoft.com/office/officeart/2005/8/layout/vList2"/>
    <dgm:cxn modelId="{180359C2-1BE7-4945-8315-4526681281F2}" type="presParOf" srcId="{B704ABDB-5515-402A-A659-ECADEA99EC4F}" destId="{60BB789A-80AA-4880-9242-91667AE7E576}" srcOrd="4" destOrd="0" presId="urn:microsoft.com/office/officeart/2005/8/layout/vList2"/>
    <dgm:cxn modelId="{E901B751-C9F3-488C-A760-64CAF2B4F194}" type="presParOf" srcId="{B704ABDB-5515-402A-A659-ECADEA99EC4F}" destId="{5F83A3D4-EE6F-4672-893D-003DE310D117}" srcOrd="5" destOrd="0" presId="urn:microsoft.com/office/officeart/2005/8/layout/vList2"/>
    <dgm:cxn modelId="{808D6944-2B40-4A01-8BF7-170F262FCC95}" type="presParOf" srcId="{B704ABDB-5515-402A-A659-ECADEA99EC4F}" destId="{AE9B4C99-5675-445C-8A33-F86B0CB3BCE3}" srcOrd="6" destOrd="0" presId="urn:microsoft.com/office/officeart/2005/8/layout/vList2"/>
    <dgm:cxn modelId="{5D18BD51-CBD3-42B1-8123-90D25B34BBDA}" type="presParOf" srcId="{B704ABDB-5515-402A-A659-ECADEA99EC4F}" destId="{4FBB5709-FD0F-4498-8D1F-EE8DE0D3907B}" srcOrd="7" destOrd="0" presId="urn:microsoft.com/office/officeart/2005/8/layout/vList2"/>
    <dgm:cxn modelId="{0E26A325-AD01-4DBC-9A39-F76AC6DA965D}" type="presParOf" srcId="{B704ABDB-5515-402A-A659-ECADEA99EC4F}" destId="{D63A7CCC-DF39-4FD0-95B2-1363045E7F57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F7C50F-5D4B-4AC0-9B24-4DAFA77E753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E7C9795-852D-496F-B946-5DEFEE28DF70}">
      <dgm:prSet/>
      <dgm:spPr/>
      <dgm:t>
        <a:bodyPr/>
        <a:lstStyle/>
        <a:p>
          <a:r>
            <a:rPr lang="en-IN" dirty="0"/>
            <a:t>Query stock price</a:t>
          </a:r>
        </a:p>
      </dgm:t>
    </dgm:pt>
    <dgm:pt modelId="{5FE1BEEE-EE82-499F-B878-8ED2B08C94B3}" type="parTrans" cxnId="{0630E7EC-EE55-456A-86C0-1223DABAB2EE}">
      <dgm:prSet/>
      <dgm:spPr/>
      <dgm:t>
        <a:bodyPr/>
        <a:lstStyle/>
        <a:p>
          <a:endParaRPr lang="en-IN"/>
        </a:p>
      </dgm:t>
    </dgm:pt>
    <dgm:pt modelId="{308F38F0-4654-4DF4-9C9F-3617B4836DFA}" type="sibTrans" cxnId="{0630E7EC-EE55-456A-86C0-1223DABAB2EE}">
      <dgm:prSet/>
      <dgm:spPr/>
      <dgm:t>
        <a:bodyPr/>
        <a:lstStyle/>
        <a:p>
          <a:endParaRPr lang="en-IN"/>
        </a:p>
      </dgm:t>
    </dgm:pt>
    <dgm:pt modelId="{D03E5FA5-4603-4E13-B1AE-1812CA502267}">
      <dgm:prSet/>
      <dgm:spPr/>
      <dgm:t>
        <a:bodyPr/>
        <a:lstStyle/>
        <a:p>
          <a:r>
            <a:rPr lang="en-IN"/>
            <a:t>Calculate percentage change</a:t>
          </a:r>
        </a:p>
      </dgm:t>
    </dgm:pt>
    <dgm:pt modelId="{25D70664-E461-43AA-9550-CA5BD59821FC}" type="parTrans" cxnId="{331166A9-87EB-4047-8299-096DBA5F433D}">
      <dgm:prSet/>
      <dgm:spPr/>
      <dgm:t>
        <a:bodyPr/>
        <a:lstStyle/>
        <a:p>
          <a:endParaRPr lang="en-IN"/>
        </a:p>
      </dgm:t>
    </dgm:pt>
    <dgm:pt modelId="{0106723F-EE85-417A-9DBA-A8795EFFB578}" type="sibTrans" cxnId="{331166A9-87EB-4047-8299-096DBA5F433D}">
      <dgm:prSet/>
      <dgm:spPr/>
      <dgm:t>
        <a:bodyPr/>
        <a:lstStyle/>
        <a:p>
          <a:endParaRPr lang="en-IN"/>
        </a:p>
      </dgm:t>
    </dgm:pt>
    <dgm:pt modelId="{57CF3C01-0A12-46FF-BDCC-E98FA27045D1}">
      <dgm:prSet/>
      <dgm:spPr/>
      <dgm:t>
        <a:bodyPr/>
        <a:lstStyle/>
        <a:p>
          <a:r>
            <a:rPr lang="en-IN"/>
            <a:t>Combine results</a:t>
          </a:r>
        </a:p>
      </dgm:t>
    </dgm:pt>
    <dgm:pt modelId="{DBA33231-56D6-4E65-BD06-0F535C33DCB6}" type="parTrans" cxnId="{A5B39AFD-FFF7-4BFC-9D4C-F163D488A2C6}">
      <dgm:prSet/>
      <dgm:spPr/>
      <dgm:t>
        <a:bodyPr/>
        <a:lstStyle/>
        <a:p>
          <a:endParaRPr lang="en-IN"/>
        </a:p>
      </dgm:t>
    </dgm:pt>
    <dgm:pt modelId="{EB9596B5-7D64-4D68-A7EE-0CF0BF3960F0}" type="sibTrans" cxnId="{A5B39AFD-FFF7-4BFC-9D4C-F163D488A2C6}">
      <dgm:prSet/>
      <dgm:spPr/>
      <dgm:t>
        <a:bodyPr/>
        <a:lstStyle/>
        <a:p>
          <a:endParaRPr lang="en-IN"/>
        </a:p>
      </dgm:t>
    </dgm:pt>
    <dgm:pt modelId="{28E17633-DF8C-4EA6-81D8-AA9A4114E3B1}">
      <dgm:prSet/>
      <dgm:spPr/>
      <dgm:t>
        <a:bodyPr/>
        <a:lstStyle/>
        <a:p>
          <a:r>
            <a:rPr lang="en-IN"/>
            <a:t>Loop until done</a:t>
          </a:r>
        </a:p>
      </dgm:t>
    </dgm:pt>
    <dgm:pt modelId="{BB2FD996-98CC-4516-9298-8EBFF1EDCFA5}" type="parTrans" cxnId="{40ABF8F3-27BE-4F7F-BEC9-E39E31C64A46}">
      <dgm:prSet/>
      <dgm:spPr/>
      <dgm:t>
        <a:bodyPr/>
        <a:lstStyle/>
        <a:p>
          <a:endParaRPr lang="en-IN"/>
        </a:p>
      </dgm:t>
    </dgm:pt>
    <dgm:pt modelId="{9FD3C00F-FA49-44BD-AB3B-81190945A47F}" type="sibTrans" cxnId="{40ABF8F3-27BE-4F7F-BEC9-E39E31C64A46}">
      <dgm:prSet/>
      <dgm:spPr/>
      <dgm:t>
        <a:bodyPr/>
        <a:lstStyle/>
        <a:p>
          <a:endParaRPr lang="en-IN"/>
        </a:p>
      </dgm:t>
    </dgm:pt>
    <dgm:pt modelId="{B3AFA8E4-15E7-45EC-BC5C-7B8CB3A1AC2E}" type="pres">
      <dgm:prSet presAssocID="{E6F7C50F-5D4B-4AC0-9B24-4DAFA77E753B}" presName="linear" presStyleCnt="0">
        <dgm:presLayoutVars>
          <dgm:animLvl val="lvl"/>
          <dgm:resizeHandles val="exact"/>
        </dgm:presLayoutVars>
      </dgm:prSet>
      <dgm:spPr/>
    </dgm:pt>
    <dgm:pt modelId="{22295E16-9C9C-4AE6-AC64-58013B2C0737}" type="pres">
      <dgm:prSet presAssocID="{EE7C9795-852D-496F-B946-5DEFEE28DF7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EAA4399-5420-40C5-B2D0-2FE79030FA8E}" type="pres">
      <dgm:prSet presAssocID="{308F38F0-4654-4DF4-9C9F-3617B4836DFA}" presName="spacer" presStyleCnt="0"/>
      <dgm:spPr/>
    </dgm:pt>
    <dgm:pt modelId="{7DAD2097-C8EC-4B87-92B7-DD36FC165A51}" type="pres">
      <dgm:prSet presAssocID="{D03E5FA5-4603-4E13-B1AE-1812CA5022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EF20469-1D24-419A-BA79-92D6F909FE68}" type="pres">
      <dgm:prSet presAssocID="{0106723F-EE85-417A-9DBA-A8795EFFB578}" presName="spacer" presStyleCnt="0"/>
      <dgm:spPr/>
    </dgm:pt>
    <dgm:pt modelId="{0896E6D0-43D3-4B9E-874E-985BBF182F46}" type="pres">
      <dgm:prSet presAssocID="{57CF3C01-0A12-46FF-BDCC-E98FA27045D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581CBEF-0AE9-471E-BC1B-7A9D375EF66B}" type="pres">
      <dgm:prSet presAssocID="{EB9596B5-7D64-4D68-A7EE-0CF0BF3960F0}" presName="spacer" presStyleCnt="0"/>
      <dgm:spPr/>
    </dgm:pt>
    <dgm:pt modelId="{044CEF46-C123-4112-9EF0-B44C8B646FBA}" type="pres">
      <dgm:prSet presAssocID="{28E17633-DF8C-4EA6-81D8-AA9A4114E3B1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8FB4120-F0B8-4E80-80A1-87789C1455A2}" type="presOf" srcId="{D03E5FA5-4603-4E13-B1AE-1812CA502267}" destId="{7DAD2097-C8EC-4B87-92B7-DD36FC165A51}" srcOrd="0" destOrd="0" presId="urn:microsoft.com/office/officeart/2005/8/layout/vList2"/>
    <dgm:cxn modelId="{331166A9-87EB-4047-8299-096DBA5F433D}" srcId="{E6F7C50F-5D4B-4AC0-9B24-4DAFA77E753B}" destId="{D03E5FA5-4603-4E13-B1AE-1812CA502267}" srcOrd="1" destOrd="0" parTransId="{25D70664-E461-43AA-9550-CA5BD59821FC}" sibTransId="{0106723F-EE85-417A-9DBA-A8795EFFB578}"/>
    <dgm:cxn modelId="{739619C7-8C9C-49D3-926E-9D54F3F3A7EC}" type="presOf" srcId="{28E17633-DF8C-4EA6-81D8-AA9A4114E3B1}" destId="{044CEF46-C123-4112-9EF0-B44C8B646FBA}" srcOrd="0" destOrd="0" presId="urn:microsoft.com/office/officeart/2005/8/layout/vList2"/>
    <dgm:cxn modelId="{838679DF-0DC2-4F7D-A8B5-CA2AE10F6C9A}" type="presOf" srcId="{57CF3C01-0A12-46FF-BDCC-E98FA27045D1}" destId="{0896E6D0-43D3-4B9E-874E-985BBF182F46}" srcOrd="0" destOrd="0" presId="urn:microsoft.com/office/officeart/2005/8/layout/vList2"/>
    <dgm:cxn modelId="{35AD2AEC-B210-49B6-A583-4CB23F7CB234}" type="presOf" srcId="{EE7C9795-852D-496F-B946-5DEFEE28DF70}" destId="{22295E16-9C9C-4AE6-AC64-58013B2C0737}" srcOrd="0" destOrd="0" presId="urn:microsoft.com/office/officeart/2005/8/layout/vList2"/>
    <dgm:cxn modelId="{0630E7EC-EE55-456A-86C0-1223DABAB2EE}" srcId="{E6F7C50F-5D4B-4AC0-9B24-4DAFA77E753B}" destId="{EE7C9795-852D-496F-B946-5DEFEE28DF70}" srcOrd="0" destOrd="0" parTransId="{5FE1BEEE-EE82-499F-B878-8ED2B08C94B3}" sibTransId="{308F38F0-4654-4DF4-9C9F-3617B4836DFA}"/>
    <dgm:cxn modelId="{40ABF8F3-27BE-4F7F-BEC9-E39E31C64A46}" srcId="{E6F7C50F-5D4B-4AC0-9B24-4DAFA77E753B}" destId="{28E17633-DF8C-4EA6-81D8-AA9A4114E3B1}" srcOrd="3" destOrd="0" parTransId="{BB2FD996-98CC-4516-9298-8EBFF1EDCFA5}" sibTransId="{9FD3C00F-FA49-44BD-AB3B-81190945A47F}"/>
    <dgm:cxn modelId="{A5B39AFD-FFF7-4BFC-9D4C-F163D488A2C6}" srcId="{E6F7C50F-5D4B-4AC0-9B24-4DAFA77E753B}" destId="{57CF3C01-0A12-46FF-BDCC-E98FA27045D1}" srcOrd="2" destOrd="0" parTransId="{DBA33231-56D6-4E65-BD06-0F535C33DCB6}" sibTransId="{EB9596B5-7D64-4D68-A7EE-0CF0BF3960F0}"/>
    <dgm:cxn modelId="{A5ADD2FE-D2E7-4385-A729-AD428C261372}" type="presOf" srcId="{E6F7C50F-5D4B-4AC0-9B24-4DAFA77E753B}" destId="{B3AFA8E4-15E7-45EC-BC5C-7B8CB3A1AC2E}" srcOrd="0" destOrd="0" presId="urn:microsoft.com/office/officeart/2005/8/layout/vList2"/>
    <dgm:cxn modelId="{551DAA32-D60C-4FA5-96E8-232608D516F0}" type="presParOf" srcId="{B3AFA8E4-15E7-45EC-BC5C-7B8CB3A1AC2E}" destId="{22295E16-9C9C-4AE6-AC64-58013B2C0737}" srcOrd="0" destOrd="0" presId="urn:microsoft.com/office/officeart/2005/8/layout/vList2"/>
    <dgm:cxn modelId="{EC3B8257-88F8-409B-BABF-2D57247A06F0}" type="presParOf" srcId="{B3AFA8E4-15E7-45EC-BC5C-7B8CB3A1AC2E}" destId="{6EAA4399-5420-40C5-B2D0-2FE79030FA8E}" srcOrd="1" destOrd="0" presId="urn:microsoft.com/office/officeart/2005/8/layout/vList2"/>
    <dgm:cxn modelId="{F5693DEA-9D14-47EF-8712-076144B33446}" type="presParOf" srcId="{B3AFA8E4-15E7-45EC-BC5C-7B8CB3A1AC2E}" destId="{7DAD2097-C8EC-4B87-92B7-DD36FC165A51}" srcOrd="2" destOrd="0" presId="urn:microsoft.com/office/officeart/2005/8/layout/vList2"/>
    <dgm:cxn modelId="{AF95A500-93C5-417B-B2A2-9B7EA5F3A415}" type="presParOf" srcId="{B3AFA8E4-15E7-45EC-BC5C-7B8CB3A1AC2E}" destId="{7EF20469-1D24-419A-BA79-92D6F909FE68}" srcOrd="3" destOrd="0" presId="urn:microsoft.com/office/officeart/2005/8/layout/vList2"/>
    <dgm:cxn modelId="{FEA1C14A-786A-4741-950D-8897126D3D9C}" type="presParOf" srcId="{B3AFA8E4-15E7-45EC-BC5C-7B8CB3A1AC2E}" destId="{0896E6D0-43D3-4B9E-874E-985BBF182F46}" srcOrd="4" destOrd="0" presId="urn:microsoft.com/office/officeart/2005/8/layout/vList2"/>
    <dgm:cxn modelId="{5EFF469A-7F58-4C98-B98F-2DA995978014}" type="presParOf" srcId="{B3AFA8E4-15E7-45EC-BC5C-7B8CB3A1AC2E}" destId="{2581CBEF-0AE9-471E-BC1B-7A9D375EF66B}" srcOrd="5" destOrd="0" presId="urn:microsoft.com/office/officeart/2005/8/layout/vList2"/>
    <dgm:cxn modelId="{3001FB74-6E70-4E1A-8CFB-4E5531999E49}" type="presParOf" srcId="{B3AFA8E4-15E7-45EC-BC5C-7B8CB3A1AC2E}" destId="{044CEF46-C123-4112-9EF0-B44C8B646F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F740A4-3B33-45BE-BB71-9671855CA7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F11A32B-B315-4AA1-A72E-CC27B9DD4837}">
      <dgm:prSet/>
      <dgm:spPr/>
      <dgm:t>
        <a:bodyPr/>
        <a:lstStyle/>
        <a:p>
          <a:r>
            <a:rPr lang="en-IN"/>
            <a:t>Framework to build LLM-powered apps</a:t>
          </a:r>
        </a:p>
      </dgm:t>
    </dgm:pt>
    <dgm:pt modelId="{04BD4F83-7ADF-437B-B2A4-AFD937268754}" type="parTrans" cxnId="{E45A8E83-1D86-4547-87E9-92CC42B2C0C4}">
      <dgm:prSet/>
      <dgm:spPr/>
      <dgm:t>
        <a:bodyPr/>
        <a:lstStyle/>
        <a:p>
          <a:endParaRPr lang="en-IN"/>
        </a:p>
      </dgm:t>
    </dgm:pt>
    <dgm:pt modelId="{292A7CFF-67C6-49CC-935C-C8D84C8DD587}" type="sibTrans" cxnId="{E45A8E83-1D86-4547-87E9-92CC42B2C0C4}">
      <dgm:prSet/>
      <dgm:spPr/>
      <dgm:t>
        <a:bodyPr/>
        <a:lstStyle/>
        <a:p>
          <a:endParaRPr lang="en-IN"/>
        </a:p>
      </dgm:t>
    </dgm:pt>
    <dgm:pt modelId="{F3A2EA5D-3A6A-42A9-9B7E-A21A06F5F22A}">
      <dgm:prSet/>
      <dgm:spPr/>
      <dgm:t>
        <a:bodyPr/>
        <a:lstStyle/>
        <a:p>
          <a:r>
            <a:rPr lang="en-IN"/>
            <a:t>Supports RAG, agents, tools and memory</a:t>
          </a:r>
        </a:p>
      </dgm:t>
    </dgm:pt>
    <dgm:pt modelId="{EA7299DB-BDE0-4D85-9393-8A9FA15FEA97}" type="parTrans" cxnId="{38A72439-256C-4D21-B228-775FD601F92C}">
      <dgm:prSet/>
      <dgm:spPr/>
      <dgm:t>
        <a:bodyPr/>
        <a:lstStyle/>
        <a:p>
          <a:endParaRPr lang="en-IN"/>
        </a:p>
      </dgm:t>
    </dgm:pt>
    <dgm:pt modelId="{D3C4DEDF-7E73-4FA3-B0A0-2134EF055A47}" type="sibTrans" cxnId="{38A72439-256C-4D21-B228-775FD601F92C}">
      <dgm:prSet/>
      <dgm:spPr/>
      <dgm:t>
        <a:bodyPr/>
        <a:lstStyle/>
        <a:p>
          <a:endParaRPr lang="en-IN"/>
        </a:p>
      </dgm:t>
    </dgm:pt>
    <dgm:pt modelId="{E40DD6F3-1ECF-4538-A0B6-495B96B59154}">
      <dgm:prSet/>
      <dgm:spPr/>
      <dgm:t>
        <a:bodyPr/>
        <a:lstStyle/>
        <a:p>
          <a:r>
            <a:rPr lang="en-IN"/>
            <a:t>Works with local LLMs like Ollama</a:t>
          </a:r>
        </a:p>
      </dgm:t>
    </dgm:pt>
    <dgm:pt modelId="{10217C93-BB0C-4D11-A1B8-DC6855BFBFB8}" type="parTrans" cxnId="{3AE1DDD3-6983-4A7F-989D-49D079BA4350}">
      <dgm:prSet/>
      <dgm:spPr/>
      <dgm:t>
        <a:bodyPr/>
        <a:lstStyle/>
        <a:p>
          <a:endParaRPr lang="en-IN"/>
        </a:p>
      </dgm:t>
    </dgm:pt>
    <dgm:pt modelId="{600BE800-2C19-4CA9-A1BD-79476E9F9678}" type="sibTrans" cxnId="{3AE1DDD3-6983-4A7F-989D-49D079BA4350}">
      <dgm:prSet/>
      <dgm:spPr/>
      <dgm:t>
        <a:bodyPr/>
        <a:lstStyle/>
        <a:p>
          <a:endParaRPr lang="en-IN"/>
        </a:p>
      </dgm:t>
    </dgm:pt>
    <dgm:pt modelId="{091826F4-C0BA-48E6-AE61-9D37D286F911}" type="pres">
      <dgm:prSet presAssocID="{8FF740A4-3B33-45BE-BB71-9671855CA747}" presName="linear" presStyleCnt="0">
        <dgm:presLayoutVars>
          <dgm:animLvl val="lvl"/>
          <dgm:resizeHandles val="exact"/>
        </dgm:presLayoutVars>
      </dgm:prSet>
      <dgm:spPr/>
    </dgm:pt>
    <dgm:pt modelId="{29CEFD46-8163-42D6-8CCB-A66C128FE6E9}" type="pres">
      <dgm:prSet presAssocID="{3F11A32B-B315-4AA1-A72E-CC27B9DD4837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564129F-97BF-4EB5-B576-1FDEBFF491F7}" type="pres">
      <dgm:prSet presAssocID="{292A7CFF-67C6-49CC-935C-C8D84C8DD587}" presName="spacer" presStyleCnt="0"/>
      <dgm:spPr/>
    </dgm:pt>
    <dgm:pt modelId="{9EEB32A9-0F72-4871-ABDC-AAD11118F27C}" type="pres">
      <dgm:prSet presAssocID="{F3A2EA5D-3A6A-42A9-9B7E-A21A06F5F22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5F02177-96FD-42E8-97B5-28A14D95301E}" type="pres">
      <dgm:prSet presAssocID="{D3C4DEDF-7E73-4FA3-B0A0-2134EF055A47}" presName="spacer" presStyleCnt="0"/>
      <dgm:spPr/>
    </dgm:pt>
    <dgm:pt modelId="{F221EBFB-BD8B-401C-9064-8009FD15CB1C}" type="pres">
      <dgm:prSet presAssocID="{E40DD6F3-1ECF-4538-A0B6-495B96B5915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8A72439-256C-4D21-B228-775FD601F92C}" srcId="{8FF740A4-3B33-45BE-BB71-9671855CA747}" destId="{F3A2EA5D-3A6A-42A9-9B7E-A21A06F5F22A}" srcOrd="1" destOrd="0" parTransId="{EA7299DB-BDE0-4D85-9393-8A9FA15FEA97}" sibTransId="{D3C4DEDF-7E73-4FA3-B0A0-2134EF055A47}"/>
    <dgm:cxn modelId="{B4996D5D-49E0-44AC-8C08-06A5B6DE62C5}" type="presOf" srcId="{F3A2EA5D-3A6A-42A9-9B7E-A21A06F5F22A}" destId="{9EEB32A9-0F72-4871-ABDC-AAD11118F27C}" srcOrd="0" destOrd="0" presId="urn:microsoft.com/office/officeart/2005/8/layout/vList2"/>
    <dgm:cxn modelId="{0F132A51-7904-4590-A5FD-C553A9D9435E}" type="presOf" srcId="{E40DD6F3-1ECF-4538-A0B6-495B96B59154}" destId="{F221EBFB-BD8B-401C-9064-8009FD15CB1C}" srcOrd="0" destOrd="0" presId="urn:microsoft.com/office/officeart/2005/8/layout/vList2"/>
    <dgm:cxn modelId="{91528883-7275-4D87-97E8-1CFDF53D7469}" type="presOf" srcId="{3F11A32B-B315-4AA1-A72E-CC27B9DD4837}" destId="{29CEFD46-8163-42D6-8CCB-A66C128FE6E9}" srcOrd="0" destOrd="0" presId="urn:microsoft.com/office/officeart/2005/8/layout/vList2"/>
    <dgm:cxn modelId="{E45A8E83-1D86-4547-87E9-92CC42B2C0C4}" srcId="{8FF740A4-3B33-45BE-BB71-9671855CA747}" destId="{3F11A32B-B315-4AA1-A72E-CC27B9DD4837}" srcOrd="0" destOrd="0" parTransId="{04BD4F83-7ADF-437B-B2A4-AFD937268754}" sibTransId="{292A7CFF-67C6-49CC-935C-C8D84C8DD587}"/>
    <dgm:cxn modelId="{CF0534CB-AA95-4CDA-8AA0-AE1203B1CCE6}" type="presOf" srcId="{8FF740A4-3B33-45BE-BB71-9671855CA747}" destId="{091826F4-C0BA-48E6-AE61-9D37D286F911}" srcOrd="0" destOrd="0" presId="urn:microsoft.com/office/officeart/2005/8/layout/vList2"/>
    <dgm:cxn modelId="{3AE1DDD3-6983-4A7F-989D-49D079BA4350}" srcId="{8FF740A4-3B33-45BE-BB71-9671855CA747}" destId="{E40DD6F3-1ECF-4538-A0B6-495B96B59154}" srcOrd="2" destOrd="0" parTransId="{10217C93-BB0C-4D11-A1B8-DC6855BFBFB8}" sibTransId="{600BE800-2C19-4CA9-A1BD-79476E9F9678}"/>
    <dgm:cxn modelId="{7A5C07B4-C32C-46F5-B3E2-5915BA9CF34A}" type="presParOf" srcId="{091826F4-C0BA-48E6-AE61-9D37D286F911}" destId="{29CEFD46-8163-42D6-8CCB-A66C128FE6E9}" srcOrd="0" destOrd="0" presId="urn:microsoft.com/office/officeart/2005/8/layout/vList2"/>
    <dgm:cxn modelId="{91DF0F69-5975-43FE-B1B4-83949B5835CA}" type="presParOf" srcId="{091826F4-C0BA-48E6-AE61-9D37D286F911}" destId="{B564129F-97BF-4EB5-B576-1FDEBFF491F7}" srcOrd="1" destOrd="0" presId="urn:microsoft.com/office/officeart/2005/8/layout/vList2"/>
    <dgm:cxn modelId="{1604CA09-BB66-4CF9-A19D-E9F11441D093}" type="presParOf" srcId="{091826F4-C0BA-48E6-AE61-9D37D286F911}" destId="{9EEB32A9-0F72-4871-ABDC-AAD11118F27C}" srcOrd="2" destOrd="0" presId="urn:microsoft.com/office/officeart/2005/8/layout/vList2"/>
    <dgm:cxn modelId="{F99165F7-26E1-4AA9-B190-127B97E5AA5B}" type="presParOf" srcId="{091826F4-C0BA-48E6-AE61-9D37D286F911}" destId="{D5F02177-96FD-42E8-97B5-28A14D95301E}" srcOrd="3" destOrd="0" presId="urn:microsoft.com/office/officeart/2005/8/layout/vList2"/>
    <dgm:cxn modelId="{1AAD0E06-37A5-4E7D-9504-4AEC83601F87}" type="presParOf" srcId="{091826F4-C0BA-48E6-AE61-9D37D286F911}" destId="{F221EBFB-BD8B-401C-9064-8009FD15CB1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3C44692-16E1-46A7-A8D7-E337BE81C977}">
      <dgm:prSet/>
      <dgm:spPr/>
      <dgm:t>
        <a:bodyPr/>
        <a:lstStyle/>
        <a:p>
          <a:r>
            <a:rPr lang="en-IN" b="1"/>
            <a:t>✔ Inputs</a:t>
          </a:r>
          <a:endParaRPr lang="en-IN"/>
        </a:p>
      </dgm:t>
    </dgm:pt>
    <dgm:pt modelId="{976D5690-C931-49B3-ABFC-D863FDD2845C}" type="parTrans" cxnId="{52BF7A8F-E16F-4F91-A885-9BC812160536}">
      <dgm:prSet/>
      <dgm:spPr/>
      <dgm:t>
        <a:bodyPr/>
        <a:lstStyle/>
        <a:p>
          <a:endParaRPr lang="en-IN"/>
        </a:p>
      </dgm:t>
    </dgm:pt>
    <dgm:pt modelId="{AF26313A-39E1-43F8-A3C5-9AAB700A4158}" type="sibTrans" cxnId="{52BF7A8F-E16F-4F91-A885-9BC812160536}">
      <dgm:prSet/>
      <dgm:spPr/>
      <dgm:t>
        <a:bodyPr/>
        <a:lstStyle/>
        <a:p>
          <a:endParaRPr lang="en-IN"/>
        </a:p>
      </dgm:t>
    </dgm:pt>
    <dgm:pt modelId="{F493458A-2570-46A7-8B39-2F618292A251}">
      <dgm:prSet/>
      <dgm:spPr/>
      <dgm:t>
        <a:bodyPr/>
        <a:lstStyle/>
        <a:p>
          <a:r>
            <a:rPr lang="en-IN" dirty="0"/>
            <a:t>→ User query</a:t>
          </a:r>
          <a:br>
            <a:rPr lang="en-IN" dirty="0"/>
          </a:br>
          <a:r>
            <a:rPr lang="en-IN" dirty="0"/>
            <a:t>→ Prompt templates</a:t>
          </a:r>
          <a:br>
            <a:rPr lang="en-IN" dirty="0"/>
          </a:br>
          <a:r>
            <a:rPr lang="en-IN" dirty="0"/>
            <a:t>→ Tools</a:t>
          </a:r>
          <a:br>
            <a:rPr lang="en-IN" dirty="0"/>
          </a:br>
          <a:r>
            <a:rPr lang="en-IN" dirty="0"/>
            <a:t>→ Knowledge bases</a:t>
          </a:r>
        </a:p>
      </dgm:t>
    </dgm:pt>
    <dgm:pt modelId="{C1C3F9D5-2FF8-488B-A31B-39C33D010A80}" type="parTrans" cxnId="{635BE240-9FE6-4AF1-B04D-BD2FDBD256F9}">
      <dgm:prSet/>
      <dgm:spPr/>
      <dgm:t>
        <a:bodyPr/>
        <a:lstStyle/>
        <a:p>
          <a:endParaRPr lang="en-IN"/>
        </a:p>
      </dgm:t>
    </dgm:pt>
    <dgm:pt modelId="{A48B3873-1099-40C0-BB91-A88D75FE8DDF}" type="sibTrans" cxnId="{635BE240-9FE6-4AF1-B04D-BD2FDBD256F9}">
      <dgm:prSet/>
      <dgm:spPr/>
      <dgm:t>
        <a:bodyPr/>
        <a:lstStyle/>
        <a:p>
          <a:endParaRPr lang="en-IN"/>
        </a:p>
      </dgm:t>
    </dgm:pt>
    <dgm:pt modelId="{38AE34F7-9589-4577-8869-F4B5B5107543}">
      <dgm:prSet/>
      <dgm:spPr/>
      <dgm:t>
        <a:bodyPr/>
        <a:lstStyle/>
        <a:p>
          <a:r>
            <a:rPr lang="en-IN" b="1" dirty="0"/>
            <a:t>✔ Processing</a:t>
          </a:r>
          <a:endParaRPr lang="en-IN" dirty="0"/>
        </a:p>
      </dgm:t>
    </dgm:pt>
    <dgm:pt modelId="{505DC447-1BC3-4862-A226-BB79A2EC0CFF}" type="parTrans" cxnId="{E44ADF5A-D9C5-43BA-BF06-74ED7F27121B}">
      <dgm:prSet/>
      <dgm:spPr/>
      <dgm:t>
        <a:bodyPr/>
        <a:lstStyle/>
        <a:p>
          <a:endParaRPr lang="en-IN"/>
        </a:p>
      </dgm:t>
    </dgm:pt>
    <dgm:pt modelId="{8FA9489E-9994-49D7-B604-E25BAB7D6758}" type="sibTrans" cxnId="{E44ADF5A-D9C5-43BA-BF06-74ED7F27121B}">
      <dgm:prSet/>
      <dgm:spPr/>
      <dgm:t>
        <a:bodyPr/>
        <a:lstStyle/>
        <a:p>
          <a:endParaRPr lang="en-IN"/>
        </a:p>
      </dgm:t>
    </dgm:pt>
    <dgm:pt modelId="{2CCA16C7-8E19-4BD0-B5E4-6B3D1189DD72}">
      <dgm:prSet/>
      <dgm:spPr/>
      <dgm:t>
        <a:bodyPr/>
        <a:lstStyle/>
        <a:p>
          <a:r>
            <a:rPr lang="en-IN" dirty="0"/>
            <a:t>→ LLM reasoning</a:t>
          </a:r>
          <a:br>
            <a:rPr lang="en-IN" dirty="0"/>
          </a:br>
          <a:r>
            <a:rPr lang="en-IN" dirty="0"/>
            <a:t>→ Tool selection</a:t>
          </a:r>
          <a:br>
            <a:rPr lang="en-IN" dirty="0"/>
          </a:br>
          <a:r>
            <a:rPr lang="en-IN" dirty="0"/>
            <a:t>→ Agent loops</a:t>
          </a:r>
        </a:p>
      </dgm:t>
    </dgm:pt>
    <dgm:pt modelId="{CCA084C9-AE56-457D-8A73-8B6560A33FF5}" type="parTrans" cxnId="{217BBE20-0B90-4673-9374-9DF868A2D128}">
      <dgm:prSet/>
      <dgm:spPr/>
      <dgm:t>
        <a:bodyPr/>
        <a:lstStyle/>
        <a:p>
          <a:endParaRPr lang="en-IN"/>
        </a:p>
      </dgm:t>
    </dgm:pt>
    <dgm:pt modelId="{C05B4044-0EF5-446F-8B55-AA3C49C57FCD}" type="sibTrans" cxnId="{217BBE20-0B90-4673-9374-9DF868A2D128}">
      <dgm:prSet/>
      <dgm:spPr/>
      <dgm:t>
        <a:bodyPr/>
        <a:lstStyle/>
        <a:p>
          <a:endParaRPr lang="en-IN"/>
        </a:p>
      </dgm:t>
    </dgm:pt>
    <dgm:pt modelId="{4AA9322C-ECD0-41CC-8489-EDEFF7F4E30A}">
      <dgm:prSet/>
      <dgm:spPr/>
      <dgm:t>
        <a:bodyPr/>
        <a:lstStyle/>
        <a:p>
          <a:r>
            <a:rPr lang="en-IN" b="1" dirty="0"/>
            <a:t>✔ Outputs</a:t>
          </a:r>
          <a:endParaRPr lang="en-IN" dirty="0"/>
        </a:p>
      </dgm:t>
    </dgm:pt>
    <dgm:pt modelId="{847C1173-74AF-4B21-84FC-9CC0AD46F4DE}" type="parTrans" cxnId="{8D3D1DDD-C059-4922-9111-54513281A1A8}">
      <dgm:prSet/>
      <dgm:spPr/>
      <dgm:t>
        <a:bodyPr/>
        <a:lstStyle/>
        <a:p>
          <a:endParaRPr lang="en-IN"/>
        </a:p>
      </dgm:t>
    </dgm:pt>
    <dgm:pt modelId="{3F3A7DFF-2EC4-40D3-B1F5-00AE3DF03374}" type="sibTrans" cxnId="{8D3D1DDD-C059-4922-9111-54513281A1A8}">
      <dgm:prSet/>
      <dgm:spPr/>
      <dgm:t>
        <a:bodyPr/>
        <a:lstStyle/>
        <a:p>
          <a:endParaRPr lang="en-IN"/>
        </a:p>
      </dgm:t>
    </dgm:pt>
    <dgm:pt modelId="{7155AD81-B7BE-4D2F-B284-234DBC48B36D}">
      <dgm:prSet/>
      <dgm:spPr/>
      <dgm:t>
        <a:bodyPr/>
        <a:lstStyle/>
        <a:p>
          <a:r>
            <a:rPr lang="en-IN"/>
            <a:t>→ Final answer</a:t>
          </a:r>
        </a:p>
      </dgm:t>
    </dgm:pt>
    <dgm:pt modelId="{730B2EFF-EB36-4B6C-8E2C-EEBCB46E9E40}" type="parTrans" cxnId="{6BDA2DD5-031B-4056-B876-65A846D47269}">
      <dgm:prSet/>
      <dgm:spPr/>
      <dgm:t>
        <a:bodyPr/>
        <a:lstStyle/>
        <a:p>
          <a:endParaRPr lang="en-IN"/>
        </a:p>
      </dgm:t>
    </dgm:pt>
    <dgm:pt modelId="{CDCDCCAD-112E-40A2-B58D-9CCA812C1BAF}" type="sibTrans" cxnId="{6BDA2DD5-031B-4056-B876-65A846D47269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76CFBF00-322B-484D-BE84-C8513A7577EE}" type="pres">
      <dgm:prSet presAssocID="{E3C44692-16E1-46A7-A8D7-E337BE81C9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7A471-2152-4DCA-B8F5-7ADE35D10EEA}" type="pres">
      <dgm:prSet presAssocID="{E3C44692-16E1-46A7-A8D7-E337BE81C977}" presName="childText" presStyleLbl="revTx" presStyleIdx="0" presStyleCnt="2">
        <dgm:presLayoutVars>
          <dgm:bulletEnabled val="1"/>
        </dgm:presLayoutVars>
      </dgm:prSet>
      <dgm:spPr/>
    </dgm:pt>
    <dgm:pt modelId="{2B4C0E7E-3EAE-445F-8AB0-788BDA8F4955}" type="pres">
      <dgm:prSet presAssocID="{38AE34F7-9589-4577-8869-F4B5B510754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0AD2588-E19D-4F4F-916C-41AB8D0EBED3}" type="pres">
      <dgm:prSet presAssocID="{38AE34F7-9589-4577-8869-F4B5B5107543}" presName="childText" presStyleLbl="revTx" presStyleIdx="1" presStyleCnt="2">
        <dgm:presLayoutVars>
          <dgm:bulletEnabled val="1"/>
        </dgm:presLayoutVars>
      </dgm:prSet>
      <dgm:spPr/>
    </dgm:pt>
    <dgm:pt modelId="{6913663B-9DB8-4F23-831D-1DF88F5E78C4}" type="pres">
      <dgm:prSet presAssocID="{4AA9322C-ECD0-41CC-8489-EDEFF7F4E3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369A56A-562C-46C7-8A62-77D1FA62C7E6}" type="pres">
      <dgm:prSet presAssocID="{3F3A7DFF-2EC4-40D3-B1F5-00AE3DF03374}" presName="spacer" presStyleCnt="0"/>
      <dgm:spPr/>
    </dgm:pt>
    <dgm:pt modelId="{5FD07744-8E1B-4426-AFCB-2B5297720E1A}" type="pres">
      <dgm:prSet presAssocID="{7155AD81-B7BE-4D2F-B284-234DBC48B36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17BBE20-0B90-4673-9374-9DF868A2D128}" srcId="{38AE34F7-9589-4577-8869-F4B5B5107543}" destId="{2CCA16C7-8E19-4BD0-B5E4-6B3D1189DD72}" srcOrd="0" destOrd="0" parTransId="{CCA084C9-AE56-457D-8A73-8B6560A33FF5}" sibTransId="{C05B4044-0EF5-446F-8B55-AA3C49C57FCD}"/>
    <dgm:cxn modelId="{5FC0512D-BEC6-464E-B8EE-BF6D586A7DC0}" type="presOf" srcId="{38AE34F7-9589-4577-8869-F4B5B5107543}" destId="{2B4C0E7E-3EAE-445F-8AB0-788BDA8F4955}" srcOrd="0" destOrd="0" presId="urn:microsoft.com/office/officeart/2005/8/layout/vList2"/>
    <dgm:cxn modelId="{3E74A535-EEA9-4A69-A881-338F0A824B22}" type="presOf" srcId="{7155AD81-B7BE-4D2F-B284-234DBC48B36D}" destId="{5FD07744-8E1B-4426-AFCB-2B5297720E1A}" srcOrd="0" destOrd="0" presId="urn:microsoft.com/office/officeart/2005/8/layout/vList2"/>
    <dgm:cxn modelId="{635BE240-9FE6-4AF1-B04D-BD2FDBD256F9}" srcId="{E3C44692-16E1-46A7-A8D7-E337BE81C977}" destId="{F493458A-2570-46A7-8B39-2F618292A251}" srcOrd="0" destOrd="0" parTransId="{C1C3F9D5-2FF8-488B-A31B-39C33D010A80}" sibTransId="{A48B3873-1099-40C0-BB91-A88D75FE8DDF}"/>
    <dgm:cxn modelId="{7425994F-B75E-43B4-961F-5A81FABEF8B6}" type="presOf" srcId="{2CCA16C7-8E19-4BD0-B5E4-6B3D1189DD72}" destId="{10AD2588-E19D-4F4F-916C-41AB8D0EBED3}" srcOrd="0" destOrd="0" presId="urn:microsoft.com/office/officeart/2005/8/layout/vList2"/>
    <dgm:cxn modelId="{E44ADF5A-D9C5-43BA-BF06-74ED7F27121B}" srcId="{E78E0E5D-CF49-4DB9-8C50-EE6DB13DCF5B}" destId="{38AE34F7-9589-4577-8869-F4B5B5107543}" srcOrd="1" destOrd="0" parTransId="{505DC447-1BC3-4862-A226-BB79A2EC0CFF}" sibTransId="{8FA9489E-9994-49D7-B604-E25BAB7D6758}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52BF7A8F-E16F-4F91-A885-9BC812160536}" srcId="{E78E0E5D-CF49-4DB9-8C50-EE6DB13DCF5B}" destId="{E3C44692-16E1-46A7-A8D7-E337BE81C977}" srcOrd="0" destOrd="0" parTransId="{976D5690-C931-49B3-ABFC-D863FDD2845C}" sibTransId="{AF26313A-39E1-43F8-A3C5-9AAB700A4158}"/>
    <dgm:cxn modelId="{77FEE693-598F-452E-ADCB-62031C4EE677}" type="presOf" srcId="{4AA9322C-ECD0-41CC-8489-EDEFF7F4E30A}" destId="{6913663B-9DB8-4F23-831D-1DF88F5E78C4}" srcOrd="0" destOrd="0" presId="urn:microsoft.com/office/officeart/2005/8/layout/vList2"/>
    <dgm:cxn modelId="{A69B7DA6-3C73-4E71-A973-B721E054FD79}" type="presOf" srcId="{E3C44692-16E1-46A7-A8D7-E337BE81C977}" destId="{76CFBF00-322B-484D-BE84-C8513A7577EE}" srcOrd="0" destOrd="0" presId="urn:microsoft.com/office/officeart/2005/8/layout/vList2"/>
    <dgm:cxn modelId="{30639BD0-859F-4E7A-AB4E-75407CB3B196}" type="presOf" srcId="{F493458A-2570-46A7-8B39-2F618292A251}" destId="{4287A471-2152-4DCA-B8F5-7ADE35D10EEA}" srcOrd="0" destOrd="0" presId="urn:microsoft.com/office/officeart/2005/8/layout/vList2"/>
    <dgm:cxn modelId="{6BDA2DD5-031B-4056-B876-65A846D47269}" srcId="{E78E0E5D-CF49-4DB9-8C50-EE6DB13DCF5B}" destId="{7155AD81-B7BE-4D2F-B284-234DBC48B36D}" srcOrd="3" destOrd="0" parTransId="{730B2EFF-EB36-4B6C-8E2C-EEBCB46E9E40}" sibTransId="{CDCDCCAD-112E-40A2-B58D-9CCA812C1BAF}"/>
    <dgm:cxn modelId="{8D3D1DDD-C059-4922-9111-54513281A1A8}" srcId="{E78E0E5D-CF49-4DB9-8C50-EE6DB13DCF5B}" destId="{4AA9322C-ECD0-41CC-8489-EDEFF7F4E30A}" srcOrd="2" destOrd="0" parTransId="{847C1173-74AF-4B21-84FC-9CC0AD46F4DE}" sibTransId="{3F3A7DFF-2EC4-40D3-B1F5-00AE3DF03374}"/>
    <dgm:cxn modelId="{05F996B6-DD77-46B4-B8EC-19E99D52335C}" type="presParOf" srcId="{540F48EA-614D-4B56-A8B1-99CE24AAC7D0}" destId="{76CFBF00-322B-484D-BE84-C8513A7577EE}" srcOrd="0" destOrd="0" presId="urn:microsoft.com/office/officeart/2005/8/layout/vList2"/>
    <dgm:cxn modelId="{3D2633B0-A255-4CC7-84D2-DCADB0A6B187}" type="presParOf" srcId="{540F48EA-614D-4B56-A8B1-99CE24AAC7D0}" destId="{4287A471-2152-4DCA-B8F5-7ADE35D10EEA}" srcOrd="1" destOrd="0" presId="urn:microsoft.com/office/officeart/2005/8/layout/vList2"/>
    <dgm:cxn modelId="{1A90D6AA-8629-4A9C-88C3-326B083258AB}" type="presParOf" srcId="{540F48EA-614D-4B56-A8B1-99CE24AAC7D0}" destId="{2B4C0E7E-3EAE-445F-8AB0-788BDA8F4955}" srcOrd="2" destOrd="0" presId="urn:microsoft.com/office/officeart/2005/8/layout/vList2"/>
    <dgm:cxn modelId="{07C17494-9836-4039-99A5-A993C020DFFE}" type="presParOf" srcId="{540F48EA-614D-4B56-A8B1-99CE24AAC7D0}" destId="{10AD2588-E19D-4F4F-916C-41AB8D0EBED3}" srcOrd="3" destOrd="0" presId="urn:microsoft.com/office/officeart/2005/8/layout/vList2"/>
    <dgm:cxn modelId="{94EE6570-2911-42C9-9E1F-E189CC349C47}" type="presParOf" srcId="{540F48EA-614D-4B56-A8B1-99CE24AAC7D0}" destId="{6913663B-9DB8-4F23-831D-1DF88F5E78C4}" srcOrd="4" destOrd="0" presId="urn:microsoft.com/office/officeart/2005/8/layout/vList2"/>
    <dgm:cxn modelId="{F14F948A-934D-404F-B84E-594B20D8563A}" type="presParOf" srcId="{540F48EA-614D-4B56-A8B1-99CE24AAC7D0}" destId="{F369A56A-562C-46C7-8A62-77D1FA62C7E6}" srcOrd="5" destOrd="0" presId="urn:microsoft.com/office/officeart/2005/8/layout/vList2"/>
    <dgm:cxn modelId="{08AAA745-98E4-4A78-A740-A44F028CCF07}" type="presParOf" srcId="{540F48EA-614D-4B56-A8B1-99CE24AAC7D0}" destId="{5FD07744-8E1B-4426-AFCB-2B5297720E1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US" b="1" dirty="0"/>
            <a:t>1. </a:t>
          </a:r>
          <a:r>
            <a:rPr lang="en-US" b="1" dirty="0" err="1"/>
            <a:t>ReAct</a:t>
          </a:r>
          <a:r>
            <a:rPr lang="en-US" b="1" dirty="0"/>
            <a:t> Agent (Most popular)</a:t>
          </a:r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44496057-A655-47C6-90FA-E346877F6E34}">
      <dgm:prSet/>
      <dgm:spPr/>
      <dgm:t>
        <a:bodyPr/>
        <a:lstStyle/>
        <a:p>
          <a:pPr>
            <a:buNone/>
          </a:pPr>
          <a:r>
            <a:rPr lang="en-US" dirty="0"/>
            <a:t>Uses:</a:t>
          </a:r>
          <a:br>
            <a:rPr lang="en-US" dirty="0"/>
          </a:br>
          <a:r>
            <a:rPr lang="en-US" dirty="0"/>
            <a:t>🧠 Reason</a:t>
          </a:r>
          <a:br>
            <a:rPr lang="en-US" dirty="0"/>
          </a:br>
          <a:r>
            <a:rPr lang="en-US" dirty="0"/>
            <a:t>🛠 Act</a:t>
          </a:r>
          <a:br>
            <a:rPr lang="en-US" dirty="0"/>
          </a:br>
          <a:r>
            <a:rPr lang="en-US" dirty="0"/>
            <a:t>👁 Observe</a:t>
          </a:r>
          <a:br>
            <a:rPr lang="en-US" dirty="0"/>
          </a:br>
          <a:r>
            <a:rPr lang="en-US" dirty="0"/>
            <a:t>→ repeat</a:t>
          </a:r>
        </a:p>
      </dgm:t>
    </dgm:pt>
    <dgm:pt modelId="{7124DB39-0C7A-4F95-AC09-DFE23F73B19D}" type="parTrans" cxnId="{0331B76C-0DF5-4C41-9948-D7BE0A6E1E8B}">
      <dgm:prSet/>
      <dgm:spPr/>
      <dgm:t>
        <a:bodyPr/>
        <a:lstStyle/>
        <a:p>
          <a:endParaRPr lang="en-IN"/>
        </a:p>
      </dgm:t>
    </dgm:pt>
    <dgm:pt modelId="{275C6344-DABC-4786-9E53-2FB1A8907168}" type="sibTrans" cxnId="{0331B76C-0DF5-4C41-9948-D7BE0A6E1E8B}">
      <dgm:prSet/>
      <dgm:spPr/>
      <dgm:t>
        <a:bodyPr/>
        <a:lstStyle/>
        <a:p>
          <a:endParaRPr lang="en-IN"/>
        </a:p>
      </dgm:t>
    </dgm:pt>
    <dgm:pt modelId="{7F127C18-3B12-4B01-81DD-956962DCCEE6}">
      <dgm:prSet/>
      <dgm:spPr/>
      <dgm:t>
        <a:bodyPr/>
        <a:lstStyle/>
        <a:p>
          <a:pPr>
            <a:buNone/>
          </a:pPr>
          <a:r>
            <a:rPr lang="en-IN" b="1" dirty="0"/>
            <a:t>2. Conversation Agent</a:t>
          </a:r>
          <a:endParaRPr lang="en-US" dirty="0"/>
        </a:p>
      </dgm:t>
    </dgm:pt>
    <dgm:pt modelId="{BD57E9C7-11C2-4A51-A542-7260B07702D9}" type="parTrans" cxnId="{66CC0DEE-DCFE-47C3-A49C-18C9F70CC7A5}">
      <dgm:prSet/>
      <dgm:spPr/>
      <dgm:t>
        <a:bodyPr/>
        <a:lstStyle/>
        <a:p>
          <a:endParaRPr lang="en-IN"/>
        </a:p>
      </dgm:t>
    </dgm:pt>
    <dgm:pt modelId="{96CD6084-5C81-4F7C-A19A-4B8CD769D064}" type="sibTrans" cxnId="{66CC0DEE-DCFE-47C3-A49C-18C9F70CC7A5}">
      <dgm:prSet/>
      <dgm:spPr/>
      <dgm:t>
        <a:bodyPr/>
        <a:lstStyle/>
        <a:p>
          <a:endParaRPr lang="en-IN"/>
        </a:p>
      </dgm:t>
    </dgm:pt>
    <dgm:pt modelId="{D0134E61-F543-4FEF-BA16-2380E925F6BB}">
      <dgm:prSet/>
      <dgm:spPr/>
      <dgm:t>
        <a:bodyPr/>
        <a:lstStyle/>
        <a:p>
          <a:pPr>
            <a:buNone/>
          </a:pPr>
          <a:r>
            <a:rPr lang="en-US" dirty="0"/>
            <a:t>For interactive chat with </a:t>
          </a:r>
          <a:r>
            <a:rPr lang="en-US"/>
            <a:t>memory.</a:t>
          </a:r>
          <a:endParaRPr lang="en-US" dirty="0"/>
        </a:p>
      </dgm:t>
    </dgm:pt>
    <dgm:pt modelId="{5706FA51-2D5C-406A-B602-DB52CF924ECB}" type="parTrans" cxnId="{20658117-0911-4023-88B6-3E3CBDFC5126}">
      <dgm:prSet/>
      <dgm:spPr/>
      <dgm:t>
        <a:bodyPr/>
        <a:lstStyle/>
        <a:p>
          <a:endParaRPr lang="en-IN"/>
        </a:p>
      </dgm:t>
    </dgm:pt>
    <dgm:pt modelId="{25B179E8-DEE2-46EB-AA86-0EBFAC3704E5}" type="sibTrans" cxnId="{20658117-0911-4023-88B6-3E3CBDFC5126}">
      <dgm:prSet/>
      <dgm:spPr/>
      <dgm:t>
        <a:bodyPr/>
        <a:lstStyle/>
        <a:p>
          <a:endParaRPr lang="en-IN"/>
        </a:p>
      </dgm:t>
    </dgm:pt>
    <dgm:pt modelId="{E12CB7EC-54D3-4F3D-90C4-736F15DA6F53}">
      <dgm:prSet/>
      <dgm:spPr/>
      <dgm:t>
        <a:bodyPr/>
        <a:lstStyle/>
        <a:p>
          <a:pPr>
            <a:buNone/>
          </a:pPr>
          <a:r>
            <a:rPr lang="en-IN" b="1" dirty="0"/>
            <a:t>3. Tool-Using Agent</a:t>
          </a:r>
        </a:p>
      </dgm:t>
    </dgm:pt>
    <dgm:pt modelId="{58597AC1-9DA8-4FB2-A61E-EF886A940809}" type="parTrans" cxnId="{57D3E496-BA98-4A37-8B5A-47C934555792}">
      <dgm:prSet/>
      <dgm:spPr/>
      <dgm:t>
        <a:bodyPr/>
        <a:lstStyle/>
        <a:p>
          <a:endParaRPr lang="en-IN"/>
        </a:p>
      </dgm:t>
    </dgm:pt>
    <dgm:pt modelId="{3993E9AE-277B-4E5F-BA05-43503F8CEC99}" type="sibTrans" cxnId="{57D3E496-BA98-4A37-8B5A-47C934555792}">
      <dgm:prSet/>
      <dgm:spPr/>
      <dgm:t>
        <a:bodyPr/>
        <a:lstStyle/>
        <a:p>
          <a:endParaRPr lang="en-IN"/>
        </a:p>
      </dgm:t>
    </dgm:pt>
    <dgm:pt modelId="{EAA14688-AE5F-404A-B36B-DB25D115E138}">
      <dgm:prSet/>
      <dgm:spPr/>
      <dgm:t>
        <a:bodyPr/>
        <a:lstStyle/>
        <a:p>
          <a:pPr>
            <a:buNone/>
          </a:pPr>
          <a:r>
            <a:rPr lang="en-US" dirty="0"/>
            <a:t>Chooses best tool for the job.</a:t>
          </a:r>
        </a:p>
      </dgm:t>
    </dgm:pt>
    <dgm:pt modelId="{1B211931-F9DB-467A-969B-EE068DC7132A}" type="parTrans" cxnId="{154080A3-0F7E-4DB4-ACFC-61AA53594432}">
      <dgm:prSet/>
      <dgm:spPr/>
      <dgm:t>
        <a:bodyPr/>
        <a:lstStyle/>
        <a:p>
          <a:endParaRPr lang="en-IN"/>
        </a:p>
      </dgm:t>
    </dgm:pt>
    <dgm:pt modelId="{C3889855-30F2-4AAB-B244-4891D00A2908}" type="sibTrans" cxnId="{154080A3-0F7E-4DB4-ACFC-61AA53594432}">
      <dgm:prSet/>
      <dgm:spPr/>
      <dgm:t>
        <a:bodyPr/>
        <a:lstStyle/>
        <a:p>
          <a:endParaRPr lang="en-IN"/>
        </a:p>
      </dgm:t>
    </dgm:pt>
    <dgm:pt modelId="{C27399FF-72BF-4E56-A8B0-F16902381DB3}">
      <dgm:prSet/>
      <dgm:spPr/>
      <dgm:t>
        <a:bodyPr/>
        <a:lstStyle/>
        <a:p>
          <a:pPr>
            <a:buNone/>
          </a:pPr>
          <a:r>
            <a:rPr lang="en-US" b="1" dirty="0"/>
            <a:t>4. Plan &amp; Execute Agent (Advanced)</a:t>
          </a:r>
        </a:p>
      </dgm:t>
    </dgm:pt>
    <dgm:pt modelId="{ECB81A4E-ADE0-4536-9A2A-05A3D9884247}" type="parTrans" cxnId="{07CDB3B1-8AAC-4273-815B-3B0FDD38CEB6}">
      <dgm:prSet/>
      <dgm:spPr/>
      <dgm:t>
        <a:bodyPr/>
        <a:lstStyle/>
        <a:p>
          <a:endParaRPr lang="en-IN"/>
        </a:p>
      </dgm:t>
    </dgm:pt>
    <dgm:pt modelId="{E6900D75-2FA3-450C-BF92-FC2C60A7BB01}" type="sibTrans" cxnId="{07CDB3B1-8AAC-4273-815B-3B0FDD38CEB6}">
      <dgm:prSet/>
      <dgm:spPr/>
      <dgm:t>
        <a:bodyPr/>
        <a:lstStyle/>
        <a:p>
          <a:endParaRPr lang="en-IN"/>
        </a:p>
      </dgm:t>
    </dgm:pt>
    <dgm:pt modelId="{B55AFF37-2714-4705-B71A-2BF48052DD09}">
      <dgm:prSet/>
      <dgm:spPr/>
      <dgm:t>
        <a:bodyPr/>
        <a:lstStyle/>
        <a:p>
          <a:pPr>
            <a:buNone/>
          </a:pPr>
          <a:r>
            <a:rPr lang="en-US" dirty="0"/>
            <a:t>Creates long-term plans and then executes them.</a:t>
          </a:r>
        </a:p>
      </dgm:t>
    </dgm:pt>
    <dgm:pt modelId="{80307B45-C308-4355-B1FC-DC85C0B7E082}" type="parTrans" cxnId="{16D4892E-A8B1-430D-8B43-09A03E192B80}">
      <dgm:prSet/>
      <dgm:spPr/>
      <dgm:t>
        <a:bodyPr/>
        <a:lstStyle/>
        <a:p>
          <a:endParaRPr lang="en-IN"/>
        </a:p>
      </dgm:t>
    </dgm:pt>
    <dgm:pt modelId="{10C31AFB-DACD-40A1-B2AE-92286DC6E9C9}" type="sibTrans" cxnId="{16D4892E-A8B1-430D-8B43-09A03E192B80}">
      <dgm:prSet/>
      <dgm:spPr/>
      <dgm:t>
        <a:bodyPr/>
        <a:lstStyle/>
        <a:p>
          <a:endParaRPr lang="en-IN"/>
        </a:p>
      </dgm:t>
    </dgm:pt>
    <dgm:pt modelId="{AB32CE1F-F1B4-476C-9A3A-A13CE3345222}">
      <dgm:prSet/>
      <dgm:spPr/>
      <dgm:t>
        <a:bodyPr/>
        <a:lstStyle/>
        <a:p>
          <a:pPr>
            <a:buNone/>
          </a:pPr>
          <a:r>
            <a:rPr lang="en-IN" dirty="0"/>
            <a:t>Useful for:</a:t>
          </a:r>
        </a:p>
      </dgm:t>
    </dgm:pt>
    <dgm:pt modelId="{D72F9CC8-3873-492E-B38D-1A1AAD44FCB0}" type="parTrans" cxnId="{357BC486-3A99-40D2-863D-8B2DA065F9DE}">
      <dgm:prSet/>
      <dgm:spPr/>
      <dgm:t>
        <a:bodyPr/>
        <a:lstStyle/>
        <a:p>
          <a:endParaRPr lang="en-IN"/>
        </a:p>
      </dgm:t>
    </dgm:pt>
    <dgm:pt modelId="{D71C2D87-0220-4393-AA7F-09000D5FD6FC}" type="sibTrans" cxnId="{357BC486-3A99-40D2-863D-8B2DA065F9DE}">
      <dgm:prSet/>
      <dgm:spPr/>
      <dgm:t>
        <a:bodyPr/>
        <a:lstStyle/>
        <a:p>
          <a:endParaRPr lang="en-IN"/>
        </a:p>
      </dgm:t>
    </dgm:pt>
    <dgm:pt modelId="{69A13EE8-07DC-41F7-810E-965FADF40C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projects</a:t>
          </a:r>
        </a:p>
      </dgm:t>
    </dgm:pt>
    <dgm:pt modelId="{779AD4C2-9B40-4D1F-AC69-42A3219CB164}" type="parTrans" cxnId="{72E833E5-1E87-4980-AF4F-158C3FCF1E46}">
      <dgm:prSet/>
      <dgm:spPr/>
      <dgm:t>
        <a:bodyPr/>
        <a:lstStyle/>
        <a:p>
          <a:endParaRPr lang="en-IN"/>
        </a:p>
      </dgm:t>
    </dgm:pt>
    <dgm:pt modelId="{B3B71DAB-4529-44CF-82D2-4B5C653D3ED0}" type="sibTrans" cxnId="{72E833E5-1E87-4980-AF4F-158C3FCF1E46}">
      <dgm:prSet/>
      <dgm:spPr/>
      <dgm:t>
        <a:bodyPr/>
        <a:lstStyle/>
        <a:p>
          <a:endParaRPr lang="en-IN"/>
        </a:p>
      </dgm:t>
    </dgm:pt>
    <dgm:pt modelId="{5CA1EF1D-7F38-4AEE-BF14-12758AD3763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research</a:t>
          </a:r>
        </a:p>
      </dgm:t>
    </dgm:pt>
    <dgm:pt modelId="{7FF4A28C-598B-4E6F-AA7B-5114E291C5AD}" type="parTrans" cxnId="{845E720D-A941-44A7-BD5F-55616B381316}">
      <dgm:prSet/>
      <dgm:spPr/>
      <dgm:t>
        <a:bodyPr/>
        <a:lstStyle/>
        <a:p>
          <a:endParaRPr lang="en-IN"/>
        </a:p>
      </dgm:t>
    </dgm:pt>
    <dgm:pt modelId="{E1899462-4395-4B54-B131-A5E4E77E1424}" type="sibTrans" cxnId="{845E720D-A941-44A7-BD5F-55616B381316}">
      <dgm:prSet/>
      <dgm:spPr/>
      <dgm:t>
        <a:bodyPr/>
        <a:lstStyle/>
        <a:p>
          <a:endParaRPr lang="en-IN"/>
        </a:p>
      </dgm:t>
    </dgm:pt>
    <dgm:pt modelId="{1C8AE9EA-09E4-4A8A-BB79-76631125234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coding</a:t>
          </a:r>
        </a:p>
      </dgm:t>
    </dgm:pt>
    <dgm:pt modelId="{32DC88E1-0677-44D2-83D8-9A90F12E9F9B}" type="parTrans" cxnId="{B9829C05-B5C3-499F-9EFE-61B464330992}">
      <dgm:prSet/>
      <dgm:spPr/>
      <dgm:t>
        <a:bodyPr/>
        <a:lstStyle/>
        <a:p>
          <a:endParaRPr lang="en-IN"/>
        </a:p>
      </dgm:t>
    </dgm:pt>
    <dgm:pt modelId="{6CF1279D-79D8-4874-8A97-4DC07987E966}" type="sibTrans" cxnId="{B9829C05-B5C3-499F-9EFE-61B464330992}">
      <dgm:prSet/>
      <dgm:spPr/>
      <dgm:t>
        <a:bodyPr/>
        <a:lstStyle/>
        <a:p>
          <a:endParaRPr lang="en-IN"/>
        </a:p>
      </dgm:t>
    </dgm:pt>
    <dgm:pt modelId="{2111AA8F-977D-4B57-AA9A-D0F4E8445E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automation pipelines</a:t>
          </a:r>
        </a:p>
      </dgm:t>
    </dgm:pt>
    <dgm:pt modelId="{08C36A19-6F38-44F5-A339-581329EDC96E}" type="parTrans" cxnId="{16F586EF-F303-415F-8693-C965C2D77F30}">
      <dgm:prSet/>
      <dgm:spPr/>
      <dgm:t>
        <a:bodyPr/>
        <a:lstStyle/>
        <a:p>
          <a:endParaRPr lang="en-IN"/>
        </a:p>
      </dgm:t>
    </dgm:pt>
    <dgm:pt modelId="{C2349139-FA3B-4C29-A9EA-09898DED0FC3}" type="sibTrans" cxnId="{16F586EF-F303-415F-8693-C965C2D77F30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6C0F772-42C7-4075-8214-1071864E79D0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BE7B87B-281C-47EC-A734-BA0EDFCD1CD2}" type="pres">
      <dgm:prSet presAssocID="{7F127C18-3B12-4B01-81DD-956962DCCEE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2FA06E4-D9D9-4969-936D-3DD48CF2E835}" type="pres">
      <dgm:prSet presAssocID="{7F127C18-3B12-4B01-81DD-956962DCCEE6}" presName="childText" presStyleLbl="revTx" presStyleIdx="1" presStyleCnt="4">
        <dgm:presLayoutVars>
          <dgm:bulletEnabled val="1"/>
        </dgm:presLayoutVars>
      </dgm:prSet>
      <dgm:spPr/>
    </dgm:pt>
    <dgm:pt modelId="{FCB0E1D8-3FDE-44D0-BBEC-10D90B893A2B}" type="pres">
      <dgm:prSet presAssocID="{E12CB7EC-54D3-4F3D-90C4-736F15DA6F5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3A3CA44-B2A4-4DC5-996C-159A3B1C2DB3}" type="pres">
      <dgm:prSet presAssocID="{E12CB7EC-54D3-4F3D-90C4-736F15DA6F53}" presName="childText" presStyleLbl="revTx" presStyleIdx="2" presStyleCnt="4">
        <dgm:presLayoutVars>
          <dgm:bulletEnabled val="1"/>
        </dgm:presLayoutVars>
      </dgm:prSet>
      <dgm:spPr/>
    </dgm:pt>
    <dgm:pt modelId="{3146C2E7-1FBA-482C-AB30-75434A439DEC}" type="pres">
      <dgm:prSet presAssocID="{C27399FF-72BF-4E56-A8B0-F16902381DB3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579C99A-591C-48BF-8EE8-C68E10477D20}" type="pres">
      <dgm:prSet presAssocID="{C27399FF-72BF-4E56-A8B0-F16902381DB3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602204-B376-46ED-8336-55923BBFC0CE}" type="presOf" srcId="{B55AFF37-2714-4705-B71A-2BF48052DD09}" destId="{F579C99A-591C-48BF-8EE8-C68E10477D20}" srcOrd="0" destOrd="0" presId="urn:microsoft.com/office/officeart/2005/8/layout/vList2"/>
    <dgm:cxn modelId="{B9829C05-B5C3-499F-9EFE-61B464330992}" srcId="{C27399FF-72BF-4E56-A8B0-F16902381DB3}" destId="{1C8AE9EA-09E4-4A8A-BB79-76631125234E}" srcOrd="4" destOrd="0" parTransId="{32DC88E1-0677-44D2-83D8-9A90F12E9F9B}" sibTransId="{6CF1279D-79D8-4874-8A97-4DC07987E966}"/>
    <dgm:cxn modelId="{845E720D-A941-44A7-BD5F-55616B381316}" srcId="{C27399FF-72BF-4E56-A8B0-F16902381DB3}" destId="{5CA1EF1D-7F38-4AEE-BF14-12758AD37631}" srcOrd="3" destOrd="0" parTransId="{7FF4A28C-598B-4E6F-AA7B-5114E291C5AD}" sibTransId="{E1899462-4395-4B54-B131-A5E4E77E1424}"/>
    <dgm:cxn modelId="{1295D216-AF79-44E0-88AE-CDABF52F0446}" type="presOf" srcId="{69A13EE8-07DC-41F7-810E-965FADF40C40}" destId="{F579C99A-591C-48BF-8EE8-C68E10477D20}" srcOrd="0" destOrd="2" presId="urn:microsoft.com/office/officeart/2005/8/layout/vList2"/>
    <dgm:cxn modelId="{20658117-0911-4023-88B6-3E3CBDFC5126}" srcId="{7F127C18-3B12-4B01-81DD-956962DCCEE6}" destId="{D0134E61-F543-4FEF-BA16-2380E925F6BB}" srcOrd="0" destOrd="0" parTransId="{5706FA51-2D5C-406A-B602-DB52CF924ECB}" sibTransId="{25B179E8-DEE2-46EB-AA86-0EBFAC3704E5}"/>
    <dgm:cxn modelId="{8CE76E22-E38E-4562-999C-6E57BB054A4F}" type="presOf" srcId="{C27399FF-72BF-4E56-A8B0-F16902381DB3}" destId="{3146C2E7-1FBA-482C-AB30-75434A439DEC}" srcOrd="0" destOrd="0" presId="urn:microsoft.com/office/officeart/2005/8/layout/vList2"/>
    <dgm:cxn modelId="{16D4892E-A8B1-430D-8B43-09A03E192B80}" srcId="{C27399FF-72BF-4E56-A8B0-F16902381DB3}" destId="{B55AFF37-2714-4705-B71A-2BF48052DD09}" srcOrd="0" destOrd="0" parTransId="{80307B45-C308-4355-B1FC-DC85C0B7E082}" sibTransId="{10C31AFB-DACD-40A1-B2AE-92286DC6E9C9}"/>
    <dgm:cxn modelId="{93693430-9455-476B-AF1B-6A11EEB692A9}" type="presOf" srcId="{D0134E61-F543-4FEF-BA16-2380E925F6BB}" destId="{92FA06E4-D9D9-4969-936D-3DD48CF2E835}" srcOrd="0" destOrd="0" presId="urn:microsoft.com/office/officeart/2005/8/layout/vList2"/>
    <dgm:cxn modelId="{0940EC33-EAC4-4666-93B7-9C3FFFFFC826}" type="presOf" srcId="{AB32CE1F-F1B4-476C-9A3A-A13CE3345222}" destId="{F579C99A-591C-48BF-8EE8-C68E10477D20}" srcOrd="0" destOrd="1" presId="urn:microsoft.com/office/officeart/2005/8/layout/vList2"/>
    <dgm:cxn modelId="{0331B76C-0DF5-4C41-9948-D7BE0A6E1E8B}" srcId="{428F759D-D7F2-4DD8-9399-38AA4FBA2BC9}" destId="{44496057-A655-47C6-90FA-E346877F6E34}" srcOrd="0" destOrd="0" parTransId="{7124DB39-0C7A-4F95-AC09-DFE23F73B19D}" sibTransId="{275C6344-DABC-4786-9E53-2FB1A8907168}"/>
    <dgm:cxn modelId="{6E0E7653-8F00-49AF-8C98-923EB4B73377}" type="presOf" srcId="{EAA14688-AE5F-404A-B36B-DB25D115E138}" destId="{63A3CA44-B2A4-4DC5-996C-159A3B1C2DB3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ACF49857-AB4B-4F36-B0B5-56C53CDDA9B0}" type="presOf" srcId="{5CA1EF1D-7F38-4AEE-BF14-12758AD37631}" destId="{F579C99A-591C-48BF-8EE8-C68E10477D20}" srcOrd="0" destOrd="3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357BC486-3A99-40D2-863D-8B2DA065F9DE}" srcId="{C27399FF-72BF-4E56-A8B0-F16902381DB3}" destId="{AB32CE1F-F1B4-476C-9A3A-A13CE3345222}" srcOrd="1" destOrd="0" parTransId="{D72F9CC8-3873-492E-B38D-1A1AAD44FCB0}" sibTransId="{D71C2D87-0220-4393-AA7F-09000D5FD6FC}"/>
    <dgm:cxn modelId="{57D3E496-BA98-4A37-8B5A-47C934555792}" srcId="{E78E0E5D-CF49-4DB9-8C50-EE6DB13DCF5B}" destId="{E12CB7EC-54D3-4F3D-90C4-736F15DA6F53}" srcOrd="2" destOrd="0" parTransId="{58597AC1-9DA8-4FB2-A61E-EF886A940809}" sibTransId="{3993E9AE-277B-4E5F-BA05-43503F8CEC99}"/>
    <dgm:cxn modelId="{154080A3-0F7E-4DB4-ACFC-61AA53594432}" srcId="{E12CB7EC-54D3-4F3D-90C4-736F15DA6F53}" destId="{EAA14688-AE5F-404A-B36B-DB25D115E138}" srcOrd="0" destOrd="0" parTransId="{1B211931-F9DB-467A-969B-EE068DC7132A}" sibTransId="{C3889855-30F2-4AAB-B244-4891D00A2908}"/>
    <dgm:cxn modelId="{5451D9AA-6AB1-45B5-8AAB-B81C09AD7763}" type="presOf" srcId="{E12CB7EC-54D3-4F3D-90C4-736F15DA6F53}" destId="{FCB0E1D8-3FDE-44D0-BBEC-10D90B893A2B}" srcOrd="0" destOrd="0" presId="urn:microsoft.com/office/officeart/2005/8/layout/vList2"/>
    <dgm:cxn modelId="{183E9EB1-6237-4898-BB68-4E725FB0CFFC}" type="presOf" srcId="{7F127C18-3B12-4B01-81DD-956962DCCEE6}" destId="{EBE7B87B-281C-47EC-A734-BA0EDFCD1CD2}" srcOrd="0" destOrd="0" presId="urn:microsoft.com/office/officeart/2005/8/layout/vList2"/>
    <dgm:cxn modelId="{07CDB3B1-8AAC-4273-815B-3B0FDD38CEB6}" srcId="{E78E0E5D-CF49-4DB9-8C50-EE6DB13DCF5B}" destId="{C27399FF-72BF-4E56-A8B0-F16902381DB3}" srcOrd="3" destOrd="0" parTransId="{ECB81A4E-ADE0-4536-9A2A-05A3D9884247}" sibTransId="{E6900D75-2FA3-450C-BF92-FC2C60A7BB01}"/>
    <dgm:cxn modelId="{2FE918B4-010F-4E57-A4FF-982BFD5F3A8B}" type="presOf" srcId="{44496057-A655-47C6-90FA-E346877F6E34}" destId="{76C0F772-42C7-4075-8214-1071864E79D0}" srcOrd="0" destOrd="0" presId="urn:microsoft.com/office/officeart/2005/8/layout/vList2"/>
    <dgm:cxn modelId="{A9FE3BC1-6E2E-4D54-B0CB-7CA6D16A2FC1}" type="presOf" srcId="{428F759D-D7F2-4DD8-9399-38AA4FBA2BC9}" destId="{466136CB-4B80-4463-9A0B-571BE453AEEC}" srcOrd="0" destOrd="0" presId="urn:microsoft.com/office/officeart/2005/8/layout/vList2"/>
    <dgm:cxn modelId="{2B4443D4-89FE-44B9-9026-528D191D8B7F}" type="presOf" srcId="{2111AA8F-977D-4B57-AA9A-D0F4E8445E82}" destId="{F579C99A-591C-48BF-8EE8-C68E10477D20}" srcOrd="0" destOrd="5" presId="urn:microsoft.com/office/officeart/2005/8/layout/vList2"/>
    <dgm:cxn modelId="{72E833E5-1E87-4980-AF4F-158C3FCF1E46}" srcId="{C27399FF-72BF-4E56-A8B0-F16902381DB3}" destId="{69A13EE8-07DC-41F7-810E-965FADF40C40}" srcOrd="2" destOrd="0" parTransId="{779AD4C2-9B40-4D1F-AC69-42A3219CB164}" sibTransId="{B3B71DAB-4529-44CF-82D2-4B5C653D3ED0}"/>
    <dgm:cxn modelId="{66CC0DEE-DCFE-47C3-A49C-18C9F70CC7A5}" srcId="{E78E0E5D-CF49-4DB9-8C50-EE6DB13DCF5B}" destId="{7F127C18-3B12-4B01-81DD-956962DCCEE6}" srcOrd="1" destOrd="0" parTransId="{BD57E9C7-11C2-4A51-A542-7260B07702D9}" sibTransId="{96CD6084-5C81-4F7C-A19A-4B8CD769D064}"/>
    <dgm:cxn modelId="{16F586EF-F303-415F-8693-C965C2D77F30}" srcId="{C27399FF-72BF-4E56-A8B0-F16902381DB3}" destId="{2111AA8F-977D-4B57-AA9A-D0F4E8445E82}" srcOrd="5" destOrd="0" parTransId="{08C36A19-6F38-44F5-A339-581329EDC96E}" sibTransId="{C2349139-FA3B-4C29-A9EA-09898DED0FC3}"/>
    <dgm:cxn modelId="{4381A8FA-207F-420D-847E-C3B2A7A78162}" type="presOf" srcId="{1C8AE9EA-09E4-4A8A-BB79-76631125234E}" destId="{F579C99A-591C-48BF-8EE8-C68E10477D20}" srcOrd="0" destOrd="4" presId="urn:microsoft.com/office/officeart/2005/8/layout/vList2"/>
    <dgm:cxn modelId="{1E025940-5183-4F84-9E33-A50A8B02A6B4}" type="presParOf" srcId="{540F48EA-614D-4B56-A8B1-99CE24AAC7D0}" destId="{466136CB-4B80-4463-9A0B-571BE453AEEC}" srcOrd="0" destOrd="0" presId="urn:microsoft.com/office/officeart/2005/8/layout/vList2"/>
    <dgm:cxn modelId="{03EEA27F-575E-4A44-B89C-C82400D25869}" type="presParOf" srcId="{540F48EA-614D-4B56-A8B1-99CE24AAC7D0}" destId="{76C0F772-42C7-4075-8214-1071864E79D0}" srcOrd="1" destOrd="0" presId="urn:microsoft.com/office/officeart/2005/8/layout/vList2"/>
    <dgm:cxn modelId="{63086868-BA16-45B3-9836-B837BCDFE1D0}" type="presParOf" srcId="{540F48EA-614D-4B56-A8B1-99CE24AAC7D0}" destId="{EBE7B87B-281C-47EC-A734-BA0EDFCD1CD2}" srcOrd="2" destOrd="0" presId="urn:microsoft.com/office/officeart/2005/8/layout/vList2"/>
    <dgm:cxn modelId="{BBC217A7-F2AF-4723-AEB2-A14DB537F041}" type="presParOf" srcId="{540F48EA-614D-4B56-A8B1-99CE24AAC7D0}" destId="{92FA06E4-D9D9-4969-936D-3DD48CF2E835}" srcOrd="3" destOrd="0" presId="urn:microsoft.com/office/officeart/2005/8/layout/vList2"/>
    <dgm:cxn modelId="{62633C5A-954A-4396-80F0-465B0888DE59}" type="presParOf" srcId="{540F48EA-614D-4B56-A8B1-99CE24AAC7D0}" destId="{FCB0E1D8-3FDE-44D0-BBEC-10D90B893A2B}" srcOrd="4" destOrd="0" presId="urn:microsoft.com/office/officeart/2005/8/layout/vList2"/>
    <dgm:cxn modelId="{02D52137-F8C3-47E2-89EA-6D962BD8A611}" type="presParOf" srcId="{540F48EA-614D-4B56-A8B1-99CE24AAC7D0}" destId="{63A3CA44-B2A4-4DC5-996C-159A3B1C2DB3}" srcOrd="5" destOrd="0" presId="urn:microsoft.com/office/officeart/2005/8/layout/vList2"/>
    <dgm:cxn modelId="{A23673B4-4CED-434B-BF3E-56544FF3CF12}" type="presParOf" srcId="{540F48EA-614D-4B56-A8B1-99CE24AAC7D0}" destId="{3146C2E7-1FBA-482C-AB30-75434A439DEC}" srcOrd="6" destOrd="0" presId="urn:microsoft.com/office/officeart/2005/8/layout/vList2"/>
    <dgm:cxn modelId="{DB40DACA-1E06-4F87-A852-ABE63229256A}" type="presParOf" srcId="{540F48EA-614D-4B56-A8B1-99CE24AAC7D0}" destId="{F579C99A-591C-48BF-8EE8-C68E10477D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78E0E5D-CF49-4DB9-8C50-EE6DB13DCF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28F759D-D7F2-4DD8-9399-38AA4FBA2BC9}">
      <dgm:prSet/>
      <dgm:spPr/>
      <dgm:t>
        <a:bodyPr/>
        <a:lstStyle/>
        <a:p>
          <a:pPr>
            <a:buNone/>
          </a:pPr>
          <a:r>
            <a:rPr lang="en-IN" b="1"/>
            <a:t>1. Short-term memory</a:t>
          </a:r>
          <a:endParaRPr lang="en-US" b="1" dirty="0"/>
        </a:p>
      </dgm:t>
    </dgm:pt>
    <dgm:pt modelId="{6CBB290F-EE7A-4B76-A63F-E206948003C8}" type="parTrans" cxnId="{F969C673-81A0-4390-A546-14674E24B86D}">
      <dgm:prSet/>
      <dgm:spPr/>
      <dgm:t>
        <a:bodyPr/>
        <a:lstStyle/>
        <a:p>
          <a:endParaRPr lang="en-IN"/>
        </a:p>
      </dgm:t>
    </dgm:pt>
    <dgm:pt modelId="{F0A2ADA3-029F-4548-8137-0A07C7625704}" type="sibTrans" cxnId="{F969C673-81A0-4390-A546-14674E24B86D}">
      <dgm:prSet/>
      <dgm:spPr/>
      <dgm:t>
        <a:bodyPr/>
        <a:lstStyle/>
        <a:p>
          <a:endParaRPr lang="en-IN"/>
        </a:p>
      </dgm:t>
    </dgm:pt>
    <dgm:pt modelId="{73A493BD-71B9-44AF-929A-ACBB50801F7F}">
      <dgm:prSet/>
      <dgm:spPr/>
      <dgm:t>
        <a:bodyPr/>
        <a:lstStyle/>
        <a:p>
          <a:pPr>
            <a:buNone/>
          </a:pPr>
          <a:r>
            <a:rPr lang="en-IN" dirty="0"/>
            <a:t>Stores conversation context.</a:t>
          </a:r>
        </a:p>
      </dgm:t>
    </dgm:pt>
    <dgm:pt modelId="{1C0EC76B-E7D0-4367-97A1-23657AE2E65D}" type="parTrans" cxnId="{A1F0F68C-747E-4F1D-B72B-FE8A9423A873}">
      <dgm:prSet/>
      <dgm:spPr/>
      <dgm:t>
        <a:bodyPr/>
        <a:lstStyle/>
        <a:p>
          <a:endParaRPr lang="en-IN"/>
        </a:p>
      </dgm:t>
    </dgm:pt>
    <dgm:pt modelId="{3BB2021B-1D93-4059-A22B-B3EF7C6840A8}" type="sibTrans" cxnId="{A1F0F68C-747E-4F1D-B72B-FE8A9423A873}">
      <dgm:prSet/>
      <dgm:spPr/>
      <dgm:t>
        <a:bodyPr/>
        <a:lstStyle/>
        <a:p>
          <a:endParaRPr lang="en-IN"/>
        </a:p>
      </dgm:t>
    </dgm:pt>
    <dgm:pt modelId="{850248C1-DEA0-4451-82C5-FA1729D62761}">
      <dgm:prSet/>
      <dgm:spPr/>
      <dgm:t>
        <a:bodyPr/>
        <a:lstStyle/>
        <a:p>
          <a:pPr>
            <a:buNone/>
          </a:pPr>
          <a:r>
            <a:rPr lang="en-IN" b="1"/>
            <a:t>2. Long-term memory</a:t>
          </a:r>
        </a:p>
      </dgm:t>
    </dgm:pt>
    <dgm:pt modelId="{5A037F41-5A30-4E2D-AB33-7AC9020CDF0B}" type="parTrans" cxnId="{29CD0E4A-936F-4A73-B94D-E16D9E58C80F}">
      <dgm:prSet/>
      <dgm:spPr/>
      <dgm:t>
        <a:bodyPr/>
        <a:lstStyle/>
        <a:p>
          <a:endParaRPr lang="en-IN"/>
        </a:p>
      </dgm:t>
    </dgm:pt>
    <dgm:pt modelId="{34D6A1C6-D842-4219-92C6-2634ADD910F5}" type="sibTrans" cxnId="{29CD0E4A-936F-4A73-B94D-E16D9E58C80F}">
      <dgm:prSet/>
      <dgm:spPr/>
      <dgm:t>
        <a:bodyPr/>
        <a:lstStyle/>
        <a:p>
          <a:endParaRPr lang="en-IN"/>
        </a:p>
      </dgm:t>
    </dgm:pt>
    <dgm:pt modelId="{A86056B5-565D-4A9B-829C-57F2C19FEFE1}">
      <dgm:prSet/>
      <dgm:spPr/>
      <dgm:t>
        <a:bodyPr/>
        <a:lstStyle/>
        <a:p>
          <a:pPr>
            <a:buNone/>
          </a:pPr>
          <a:r>
            <a:rPr lang="en-US" dirty="0"/>
            <a:t>Stores knowledge in vector DB (FAISS/</a:t>
          </a:r>
          <a:r>
            <a:rPr lang="en-US" dirty="0" err="1"/>
            <a:t>ChromaDB</a:t>
          </a:r>
          <a:r>
            <a:rPr lang="en-US" dirty="0"/>
            <a:t>).</a:t>
          </a:r>
        </a:p>
      </dgm:t>
    </dgm:pt>
    <dgm:pt modelId="{907ABEAF-8950-4BD4-B27F-07FFDD36E286}" type="parTrans" cxnId="{D1E90CB9-98C5-4569-9E6A-D8A03CCEAE28}">
      <dgm:prSet/>
      <dgm:spPr/>
      <dgm:t>
        <a:bodyPr/>
        <a:lstStyle/>
        <a:p>
          <a:endParaRPr lang="en-IN"/>
        </a:p>
      </dgm:t>
    </dgm:pt>
    <dgm:pt modelId="{38D81E46-9EBA-49DE-A4A8-7294C3B1262C}" type="sibTrans" cxnId="{D1E90CB9-98C5-4569-9E6A-D8A03CCEAE28}">
      <dgm:prSet/>
      <dgm:spPr/>
      <dgm:t>
        <a:bodyPr/>
        <a:lstStyle/>
        <a:p>
          <a:endParaRPr lang="en-IN"/>
        </a:p>
      </dgm:t>
    </dgm:pt>
    <dgm:pt modelId="{C78F97AC-2369-4B71-A717-E41FDFFC4EEE}">
      <dgm:prSet/>
      <dgm:spPr/>
      <dgm:t>
        <a:bodyPr/>
        <a:lstStyle/>
        <a:p>
          <a:pPr>
            <a:buNone/>
          </a:pPr>
          <a:r>
            <a:rPr lang="en-IN" b="1"/>
            <a:t>3. Episodic memory</a:t>
          </a:r>
        </a:p>
      </dgm:t>
    </dgm:pt>
    <dgm:pt modelId="{C9698468-B570-4D03-B328-8633B35456A2}" type="parTrans" cxnId="{E5CCC2CC-03C3-4470-8EBA-5B49DA2B05F3}">
      <dgm:prSet/>
      <dgm:spPr/>
      <dgm:t>
        <a:bodyPr/>
        <a:lstStyle/>
        <a:p>
          <a:endParaRPr lang="en-IN"/>
        </a:p>
      </dgm:t>
    </dgm:pt>
    <dgm:pt modelId="{7AA117EA-E712-4B4A-967F-C2D763B0785C}" type="sibTrans" cxnId="{E5CCC2CC-03C3-4470-8EBA-5B49DA2B05F3}">
      <dgm:prSet/>
      <dgm:spPr/>
      <dgm:t>
        <a:bodyPr/>
        <a:lstStyle/>
        <a:p>
          <a:endParaRPr lang="en-IN"/>
        </a:p>
      </dgm:t>
    </dgm:pt>
    <dgm:pt modelId="{F140961F-E700-4E35-9B47-2D7B568D3FEF}">
      <dgm:prSet/>
      <dgm:spPr/>
      <dgm:t>
        <a:bodyPr/>
        <a:lstStyle/>
        <a:p>
          <a:pPr>
            <a:buNone/>
          </a:pPr>
          <a:r>
            <a:rPr lang="en-IN" dirty="0"/>
            <a:t>Stores step-by-step history.</a:t>
          </a:r>
        </a:p>
      </dgm:t>
    </dgm:pt>
    <dgm:pt modelId="{269C694D-F515-48A9-A1C0-B7EFE946F984}" type="parTrans" cxnId="{D5BFBE40-A02C-4C5F-9C9C-72EC557DE403}">
      <dgm:prSet/>
      <dgm:spPr/>
      <dgm:t>
        <a:bodyPr/>
        <a:lstStyle/>
        <a:p>
          <a:endParaRPr lang="en-IN"/>
        </a:p>
      </dgm:t>
    </dgm:pt>
    <dgm:pt modelId="{2C70A6DE-DB95-4FFC-9458-6A57657CCF5E}" type="sibTrans" cxnId="{D5BFBE40-A02C-4C5F-9C9C-72EC557DE403}">
      <dgm:prSet/>
      <dgm:spPr/>
      <dgm:t>
        <a:bodyPr/>
        <a:lstStyle/>
        <a:p>
          <a:endParaRPr lang="en-IN"/>
        </a:p>
      </dgm:t>
    </dgm:pt>
    <dgm:pt modelId="{F3A1A742-EF9A-4397-A74A-549A396451EB}">
      <dgm:prSet/>
      <dgm:spPr/>
      <dgm:t>
        <a:bodyPr/>
        <a:lstStyle/>
        <a:p>
          <a:pPr>
            <a:buNone/>
          </a:pPr>
          <a:r>
            <a:rPr lang="en-IN" b="1"/>
            <a:t>4. Semantic memory</a:t>
          </a:r>
        </a:p>
      </dgm:t>
    </dgm:pt>
    <dgm:pt modelId="{46CDECA7-C614-4F9B-8CA5-EA74DB9B907F}" type="parTrans" cxnId="{3882F9DD-502D-4794-9E04-C8FC0D7DFF74}">
      <dgm:prSet/>
      <dgm:spPr/>
      <dgm:t>
        <a:bodyPr/>
        <a:lstStyle/>
        <a:p>
          <a:endParaRPr lang="en-IN"/>
        </a:p>
      </dgm:t>
    </dgm:pt>
    <dgm:pt modelId="{88C9B55B-47A9-4050-9893-141873EF819F}" type="sibTrans" cxnId="{3882F9DD-502D-4794-9E04-C8FC0D7DFF74}">
      <dgm:prSet/>
      <dgm:spPr/>
      <dgm:t>
        <a:bodyPr/>
        <a:lstStyle/>
        <a:p>
          <a:endParaRPr lang="en-IN"/>
        </a:p>
      </dgm:t>
    </dgm:pt>
    <dgm:pt modelId="{FA37D44D-DFE1-476E-9A64-8A6816CC835E}">
      <dgm:prSet/>
      <dgm:spPr/>
      <dgm:t>
        <a:bodyPr/>
        <a:lstStyle/>
        <a:p>
          <a:pPr>
            <a:buNone/>
          </a:pPr>
          <a:r>
            <a:rPr lang="en-IN" dirty="0"/>
            <a:t>Stores facts &amp; embeddings.</a:t>
          </a:r>
        </a:p>
      </dgm:t>
    </dgm:pt>
    <dgm:pt modelId="{0D955435-E588-4A1F-B6A9-4B81F5368D8E}" type="parTrans" cxnId="{71CE9F0C-A212-476B-A878-2059168B0E87}">
      <dgm:prSet/>
      <dgm:spPr/>
      <dgm:t>
        <a:bodyPr/>
        <a:lstStyle/>
        <a:p>
          <a:endParaRPr lang="en-IN"/>
        </a:p>
      </dgm:t>
    </dgm:pt>
    <dgm:pt modelId="{E8D04E06-CC03-474B-A3F7-1290380AC47C}" type="sibTrans" cxnId="{71CE9F0C-A212-476B-A878-2059168B0E87}">
      <dgm:prSet/>
      <dgm:spPr/>
      <dgm:t>
        <a:bodyPr/>
        <a:lstStyle/>
        <a:p>
          <a:endParaRPr lang="en-IN"/>
        </a:p>
      </dgm:t>
    </dgm:pt>
    <dgm:pt modelId="{540F48EA-614D-4B56-A8B1-99CE24AAC7D0}" type="pres">
      <dgm:prSet presAssocID="{E78E0E5D-CF49-4DB9-8C50-EE6DB13DCF5B}" presName="linear" presStyleCnt="0">
        <dgm:presLayoutVars>
          <dgm:animLvl val="lvl"/>
          <dgm:resizeHandles val="exact"/>
        </dgm:presLayoutVars>
      </dgm:prSet>
      <dgm:spPr/>
    </dgm:pt>
    <dgm:pt modelId="{466136CB-4B80-4463-9A0B-571BE453AEEC}" type="pres">
      <dgm:prSet presAssocID="{428F759D-D7F2-4DD8-9399-38AA4FBA2BC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13BC30D-5DE6-4CC6-A9EF-EB8194BF1BF6}" type="pres">
      <dgm:prSet presAssocID="{428F759D-D7F2-4DD8-9399-38AA4FBA2BC9}" presName="childText" presStyleLbl="revTx" presStyleIdx="0" presStyleCnt="4">
        <dgm:presLayoutVars>
          <dgm:bulletEnabled val="1"/>
        </dgm:presLayoutVars>
      </dgm:prSet>
      <dgm:spPr/>
    </dgm:pt>
    <dgm:pt modelId="{E1446C2E-DF32-47B9-963B-80ACFFF4B598}" type="pres">
      <dgm:prSet presAssocID="{850248C1-DEA0-4451-82C5-FA1729D6276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B10A50-AE7C-4CDB-A961-A09FF647C00B}" type="pres">
      <dgm:prSet presAssocID="{850248C1-DEA0-4451-82C5-FA1729D62761}" presName="childText" presStyleLbl="revTx" presStyleIdx="1" presStyleCnt="4">
        <dgm:presLayoutVars>
          <dgm:bulletEnabled val="1"/>
        </dgm:presLayoutVars>
      </dgm:prSet>
      <dgm:spPr/>
    </dgm:pt>
    <dgm:pt modelId="{AA20185F-7F2F-45BA-AC8B-4E57332F3BD3}" type="pres">
      <dgm:prSet presAssocID="{C78F97AC-2369-4B71-A717-E41FDFFC4EE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15A5E6E-8F04-406E-B77A-0DF7A0C66AEA}" type="pres">
      <dgm:prSet presAssocID="{C78F97AC-2369-4B71-A717-E41FDFFC4EEE}" presName="childText" presStyleLbl="revTx" presStyleIdx="2" presStyleCnt="4">
        <dgm:presLayoutVars>
          <dgm:bulletEnabled val="1"/>
        </dgm:presLayoutVars>
      </dgm:prSet>
      <dgm:spPr/>
    </dgm:pt>
    <dgm:pt modelId="{5748DB41-04D0-4CDB-A41A-53CACBDA130C}" type="pres">
      <dgm:prSet presAssocID="{F3A1A742-EF9A-4397-A74A-549A396451EB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31A479D-6E52-4773-9989-64C0F4622DD7}" type="pres">
      <dgm:prSet presAssocID="{F3A1A742-EF9A-4397-A74A-549A396451EB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487E8E05-3F34-4736-B6B6-33361717067D}" type="presOf" srcId="{428F759D-D7F2-4DD8-9399-38AA4FBA2BC9}" destId="{466136CB-4B80-4463-9A0B-571BE453AEEC}" srcOrd="0" destOrd="0" presId="urn:microsoft.com/office/officeart/2005/8/layout/vList2"/>
    <dgm:cxn modelId="{71CE9F0C-A212-476B-A878-2059168B0E87}" srcId="{F3A1A742-EF9A-4397-A74A-549A396451EB}" destId="{FA37D44D-DFE1-476E-9A64-8A6816CC835E}" srcOrd="0" destOrd="0" parTransId="{0D955435-E588-4A1F-B6A9-4B81F5368D8E}" sibTransId="{E8D04E06-CC03-474B-A3F7-1290380AC47C}"/>
    <dgm:cxn modelId="{2A724724-8D9D-4FC7-B324-4F085C569138}" type="presOf" srcId="{C78F97AC-2369-4B71-A717-E41FDFFC4EEE}" destId="{AA20185F-7F2F-45BA-AC8B-4E57332F3BD3}" srcOrd="0" destOrd="0" presId="urn:microsoft.com/office/officeart/2005/8/layout/vList2"/>
    <dgm:cxn modelId="{12A05F26-8B49-4C01-9E7C-DBF79FA6C36B}" type="presOf" srcId="{73A493BD-71B9-44AF-929A-ACBB50801F7F}" destId="{713BC30D-5DE6-4CC6-A9EF-EB8194BF1BF6}" srcOrd="0" destOrd="0" presId="urn:microsoft.com/office/officeart/2005/8/layout/vList2"/>
    <dgm:cxn modelId="{D5BFBE40-A02C-4C5F-9C9C-72EC557DE403}" srcId="{C78F97AC-2369-4B71-A717-E41FDFFC4EEE}" destId="{F140961F-E700-4E35-9B47-2D7B568D3FEF}" srcOrd="0" destOrd="0" parTransId="{269C694D-F515-48A9-A1C0-B7EFE946F984}" sibTransId="{2C70A6DE-DB95-4FFC-9458-6A57657CCF5E}"/>
    <dgm:cxn modelId="{29CD0E4A-936F-4A73-B94D-E16D9E58C80F}" srcId="{E78E0E5D-CF49-4DB9-8C50-EE6DB13DCF5B}" destId="{850248C1-DEA0-4451-82C5-FA1729D62761}" srcOrd="1" destOrd="0" parTransId="{5A037F41-5A30-4E2D-AB33-7AC9020CDF0B}" sibTransId="{34D6A1C6-D842-4219-92C6-2634ADD910F5}"/>
    <dgm:cxn modelId="{28D10252-C396-420A-AC1C-9DC380623F01}" type="presOf" srcId="{FA37D44D-DFE1-476E-9A64-8A6816CC835E}" destId="{E31A479D-6E52-4773-9989-64C0F4622DD7}" srcOrd="0" destOrd="0" presId="urn:microsoft.com/office/officeart/2005/8/layout/vList2"/>
    <dgm:cxn modelId="{F969C673-81A0-4390-A546-14674E24B86D}" srcId="{E78E0E5D-CF49-4DB9-8C50-EE6DB13DCF5B}" destId="{428F759D-D7F2-4DD8-9399-38AA4FBA2BC9}" srcOrd="0" destOrd="0" parTransId="{6CBB290F-EE7A-4B76-A63F-E206948003C8}" sibTransId="{F0A2ADA3-029F-4548-8137-0A07C7625704}"/>
    <dgm:cxn modelId="{9F9AE25A-794E-4D50-9DC8-5393547A1238}" type="presOf" srcId="{A86056B5-565D-4A9B-829C-57F2C19FEFE1}" destId="{43B10A50-AE7C-4CDB-A961-A09FF647C00B}" srcOrd="0" destOrd="0" presId="urn:microsoft.com/office/officeart/2005/8/layout/vList2"/>
    <dgm:cxn modelId="{9B19377B-4DBE-4E39-B58C-E5E65BF4DF3E}" type="presOf" srcId="{F3A1A742-EF9A-4397-A74A-549A396451EB}" destId="{5748DB41-04D0-4CDB-A41A-53CACBDA130C}" srcOrd="0" destOrd="0" presId="urn:microsoft.com/office/officeart/2005/8/layout/vList2"/>
    <dgm:cxn modelId="{728D947D-A28F-43B0-938C-B576B2F7880B}" type="presOf" srcId="{850248C1-DEA0-4451-82C5-FA1729D62761}" destId="{E1446C2E-DF32-47B9-963B-80ACFFF4B598}" srcOrd="0" destOrd="0" presId="urn:microsoft.com/office/officeart/2005/8/layout/vList2"/>
    <dgm:cxn modelId="{B8A02D81-7794-43BE-9819-BB2FB9F1D473}" type="presOf" srcId="{E78E0E5D-CF49-4DB9-8C50-EE6DB13DCF5B}" destId="{540F48EA-614D-4B56-A8B1-99CE24AAC7D0}" srcOrd="0" destOrd="0" presId="urn:microsoft.com/office/officeart/2005/8/layout/vList2"/>
    <dgm:cxn modelId="{A1F0F68C-747E-4F1D-B72B-FE8A9423A873}" srcId="{428F759D-D7F2-4DD8-9399-38AA4FBA2BC9}" destId="{73A493BD-71B9-44AF-929A-ACBB50801F7F}" srcOrd="0" destOrd="0" parTransId="{1C0EC76B-E7D0-4367-97A1-23657AE2E65D}" sibTransId="{3BB2021B-1D93-4059-A22B-B3EF7C6840A8}"/>
    <dgm:cxn modelId="{DD570199-AD69-4744-9C3B-F564AD139DF4}" type="presOf" srcId="{F140961F-E700-4E35-9B47-2D7B568D3FEF}" destId="{F15A5E6E-8F04-406E-B77A-0DF7A0C66AEA}" srcOrd="0" destOrd="0" presId="urn:microsoft.com/office/officeart/2005/8/layout/vList2"/>
    <dgm:cxn modelId="{D1E90CB9-98C5-4569-9E6A-D8A03CCEAE28}" srcId="{850248C1-DEA0-4451-82C5-FA1729D62761}" destId="{A86056B5-565D-4A9B-829C-57F2C19FEFE1}" srcOrd="0" destOrd="0" parTransId="{907ABEAF-8950-4BD4-B27F-07FFDD36E286}" sibTransId="{38D81E46-9EBA-49DE-A4A8-7294C3B1262C}"/>
    <dgm:cxn modelId="{E5CCC2CC-03C3-4470-8EBA-5B49DA2B05F3}" srcId="{E78E0E5D-CF49-4DB9-8C50-EE6DB13DCF5B}" destId="{C78F97AC-2369-4B71-A717-E41FDFFC4EEE}" srcOrd="2" destOrd="0" parTransId="{C9698468-B570-4D03-B328-8633B35456A2}" sibTransId="{7AA117EA-E712-4B4A-967F-C2D763B0785C}"/>
    <dgm:cxn modelId="{3882F9DD-502D-4794-9E04-C8FC0D7DFF74}" srcId="{E78E0E5D-CF49-4DB9-8C50-EE6DB13DCF5B}" destId="{F3A1A742-EF9A-4397-A74A-549A396451EB}" srcOrd="3" destOrd="0" parTransId="{46CDECA7-C614-4F9B-8CA5-EA74DB9B907F}" sibTransId="{88C9B55B-47A9-4050-9893-141873EF819F}"/>
    <dgm:cxn modelId="{E4107D1E-1A5B-4CF0-8D16-2F8D159C7C67}" type="presParOf" srcId="{540F48EA-614D-4B56-A8B1-99CE24AAC7D0}" destId="{466136CB-4B80-4463-9A0B-571BE453AEEC}" srcOrd="0" destOrd="0" presId="urn:microsoft.com/office/officeart/2005/8/layout/vList2"/>
    <dgm:cxn modelId="{D6FB2E04-7ACC-4096-89CA-474E566A48E1}" type="presParOf" srcId="{540F48EA-614D-4B56-A8B1-99CE24AAC7D0}" destId="{713BC30D-5DE6-4CC6-A9EF-EB8194BF1BF6}" srcOrd="1" destOrd="0" presId="urn:microsoft.com/office/officeart/2005/8/layout/vList2"/>
    <dgm:cxn modelId="{CEE24C08-F694-468D-BFB4-C983A0B7F019}" type="presParOf" srcId="{540F48EA-614D-4B56-A8B1-99CE24AAC7D0}" destId="{E1446C2E-DF32-47B9-963B-80ACFFF4B598}" srcOrd="2" destOrd="0" presId="urn:microsoft.com/office/officeart/2005/8/layout/vList2"/>
    <dgm:cxn modelId="{A2B1C82B-886E-4EC8-852D-6849A7DB88AA}" type="presParOf" srcId="{540F48EA-614D-4B56-A8B1-99CE24AAC7D0}" destId="{43B10A50-AE7C-4CDB-A961-A09FF647C00B}" srcOrd="3" destOrd="0" presId="urn:microsoft.com/office/officeart/2005/8/layout/vList2"/>
    <dgm:cxn modelId="{5A84D06E-87C3-4EE1-81E3-E6B943ED40E0}" type="presParOf" srcId="{540F48EA-614D-4B56-A8B1-99CE24AAC7D0}" destId="{AA20185F-7F2F-45BA-AC8B-4E57332F3BD3}" srcOrd="4" destOrd="0" presId="urn:microsoft.com/office/officeart/2005/8/layout/vList2"/>
    <dgm:cxn modelId="{BC2228F9-B975-4B4F-81B8-4BA7CDD2F071}" type="presParOf" srcId="{540F48EA-614D-4B56-A8B1-99CE24AAC7D0}" destId="{F15A5E6E-8F04-406E-B77A-0DF7A0C66AEA}" srcOrd="5" destOrd="0" presId="urn:microsoft.com/office/officeart/2005/8/layout/vList2"/>
    <dgm:cxn modelId="{0F2BD349-5B64-48EE-AC14-D1EB1254C748}" type="presParOf" srcId="{540F48EA-614D-4B56-A8B1-99CE24AAC7D0}" destId="{5748DB41-04D0-4CDB-A41A-53CACBDA130C}" srcOrd="6" destOrd="0" presId="urn:microsoft.com/office/officeart/2005/8/layout/vList2"/>
    <dgm:cxn modelId="{0CF0313C-2378-4A16-B710-2230EC595C89}" type="presParOf" srcId="{540F48EA-614D-4B56-A8B1-99CE24AAC7D0}" destId="{E31A479D-6E52-4773-9989-64C0F4622DD7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US"/>
            <a:t>A) To deploy chains to a server. </a:t>
          </a:r>
          <a:endParaRPr lang="en-IN"/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D91E7C77-D765-48E3-BC0D-50558A93F964}">
      <dgm:prSet/>
      <dgm:spPr/>
      <dgm:t>
        <a:bodyPr/>
        <a:lstStyle/>
        <a:p>
          <a:r>
            <a:rPr lang="en-US"/>
            <a:t>B) To provide a declarative way to compose runnables and chains. </a:t>
          </a:r>
          <a:endParaRPr lang="en-IN"/>
        </a:p>
      </dgm:t>
    </dgm:pt>
    <dgm:pt modelId="{60F1CB6C-E751-44A3-8B34-C7FE6D305F00}" type="parTrans" cxnId="{7C5C5CF8-CD05-46DE-8F42-8255679CE2AD}">
      <dgm:prSet/>
      <dgm:spPr/>
      <dgm:t>
        <a:bodyPr/>
        <a:lstStyle/>
        <a:p>
          <a:endParaRPr lang="en-IN"/>
        </a:p>
      </dgm:t>
    </dgm:pt>
    <dgm:pt modelId="{557D441D-01AC-46EB-B87C-6D9095BD7A57}" type="sibTrans" cxnId="{7C5C5CF8-CD05-46DE-8F42-8255679CE2AD}">
      <dgm:prSet/>
      <dgm:spPr/>
      <dgm:t>
        <a:bodyPr/>
        <a:lstStyle/>
        <a:p>
          <a:endParaRPr lang="en-IN"/>
        </a:p>
      </dgm:t>
    </dgm:pt>
    <dgm:pt modelId="{73DC61E7-F32C-40EB-9533-270964697B33}">
      <dgm:prSet/>
      <dgm:spPr/>
      <dgm:t>
        <a:bodyPr/>
        <a:lstStyle/>
        <a:p>
          <a:r>
            <a:rPr lang="en-US"/>
            <a:t>C) To manage conversation memory. </a:t>
          </a:r>
          <a:endParaRPr lang="en-IN"/>
        </a:p>
      </dgm:t>
    </dgm:pt>
    <dgm:pt modelId="{BD98B5BD-61B2-4FC9-9DF8-9152E844675F}" type="parTrans" cxnId="{5D4F4A29-787A-471F-9387-3301B736F28C}">
      <dgm:prSet/>
      <dgm:spPr/>
      <dgm:t>
        <a:bodyPr/>
        <a:lstStyle/>
        <a:p>
          <a:endParaRPr lang="en-IN"/>
        </a:p>
      </dgm:t>
    </dgm:pt>
    <dgm:pt modelId="{6FAC7D13-A14C-4840-B26D-5575C12F1708}" type="sibTrans" cxnId="{5D4F4A29-787A-471F-9387-3301B736F28C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72B7A362-AEE8-47FA-8B07-0D270932797D}" type="pres">
      <dgm:prSet presAssocID="{D91E7C77-D765-48E3-BC0D-50558A93F96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18798A6-5F0F-44BD-B319-BA691CEEBA30}" type="pres">
      <dgm:prSet presAssocID="{557D441D-01AC-46EB-B87C-6D9095BD7A57}" presName="spacer" presStyleCnt="0"/>
      <dgm:spPr/>
    </dgm:pt>
    <dgm:pt modelId="{417A0837-F47F-461C-A4E1-54806F8A8D9B}" type="pres">
      <dgm:prSet presAssocID="{73DC61E7-F32C-40EB-9533-270964697B3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4F4A29-787A-471F-9387-3301B736F28C}" srcId="{F8E31819-8400-4F8F-92A9-677539DDD0A6}" destId="{73DC61E7-F32C-40EB-9533-270964697B33}" srcOrd="2" destOrd="0" parTransId="{BD98B5BD-61B2-4FC9-9DF8-9152E844675F}" sibTransId="{6FAC7D13-A14C-4840-B26D-5575C12F1708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B1D38196-C701-4C20-BEE7-67800C62824D}" type="presOf" srcId="{D91E7C77-D765-48E3-BC0D-50558A93F964}" destId="{72B7A362-AEE8-47FA-8B07-0D270932797D}" srcOrd="0" destOrd="0" presId="urn:microsoft.com/office/officeart/2005/8/layout/vList2"/>
    <dgm:cxn modelId="{56EF9BA5-5D20-4E49-845B-9F770DBC291F}" type="presOf" srcId="{73DC61E7-F32C-40EB-9533-270964697B33}" destId="{417A0837-F47F-461C-A4E1-54806F8A8D9B}" srcOrd="0" destOrd="0" presId="urn:microsoft.com/office/officeart/2005/8/layout/vList2"/>
    <dgm:cxn modelId="{7C5C5CF8-CD05-46DE-8F42-8255679CE2AD}" srcId="{F8E31819-8400-4F8F-92A9-677539DDD0A6}" destId="{D91E7C77-D765-48E3-BC0D-50558A93F964}" srcOrd="1" destOrd="0" parTransId="{60F1CB6C-E751-44A3-8B34-C7FE6D305F00}" sibTransId="{557D441D-01AC-46EB-B87C-6D9095BD7A57}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CEC23436-4F72-4163-A982-33FD1FD7C818}" type="presParOf" srcId="{8849E09E-FDAD-4FC4-9CB8-7820AF27A854}" destId="{72B7A362-AEE8-47FA-8B07-0D270932797D}" srcOrd="2" destOrd="0" presId="urn:microsoft.com/office/officeart/2005/8/layout/vList2"/>
    <dgm:cxn modelId="{0D73610A-DAA1-4F4E-9A70-0C8F19333DF4}" type="presParOf" srcId="{8849E09E-FDAD-4FC4-9CB8-7820AF27A854}" destId="{318798A6-5F0F-44BD-B319-BA691CEEBA30}" srcOrd="3" destOrd="0" presId="urn:microsoft.com/office/officeart/2005/8/layout/vList2"/>
    <dgm:cxn modelId="{6AAC9729-0C21-412F-A27D-F73F427D8100}" type="presParOf" srcId="{8849E09E-FDAD-4FC4-9CB8-7820AF27A854}" destId="{417A0837-F47F-461C-A4E1-54806F8A8D9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47FC42C-3BEE-432A-B414-03145385E359}">
      <dgm:prSet/>
      <dgm:spPr/>
      <dgm:t>
        <a:bodyPr/>
        <a:lstStyle/>
        <a:p>
          <a:r>
            <a:rPr lang="en-IN"/>
            <a:t>A) Chains </a:t>
          </a:r>
        </a:p>
      </dgm:t>
    </dgm:pt>
    <dgm:pt modelId="{770CC743-FA7E-4660-8963-17347035AD49}" type="parTrans" cxnId="{6A7FEC2E-8278-4E80-8239-8EF684AFB814}">
      <dgm:prSet/>
      <dgm:spPr/>
      <dgm:t>
        <a:bodyPr/>
        <a:lstStyle/>
        <a:p>
          <a:endParaRPr lang="en-IN"/>
        </a:p>
      </dgm:t>
    </dgm:pt>
    <dgm:pt modelId="{3273D1A3-1716-4740-8D34-D981046F605D}" type="sibTrans" cxnId="{6A7FEC2E-8278-4E80-8239-8EF684AFB814}">
      <dgm:prSet/>
      <dgm:spPr/>
      <dgm:t>
        <a:bodyPr/>
        <a:lstStyle/>
        <a:p>
          <a:endParaRPr lang="en-IN"/>
        </a:p>
      </dgm:t>
    </dgm:pt>
    <dgm:pt modelId="{6C1EA0DC-D3BF-48C8-B0DD-E888E932CB1C}">
      <dgm:prSet/>
      <dgm:spPr/>
      <dgm:t>
        <a:bodyPr/>
        <a:lstStyle/>
        <a:p>
          <a:pPr>
            <a:buNone/>
          </a:pPr>
          <a:r>
            <a:rPr lang="en-IN"/>
            <a:t>B) Prompts </a:t>
          </a:r>
        </a:p>
      </dgm:t>
    </dgm:pt>
    <dgm:pt modelId="{B3BF193B-4F3F-46C5-A1C7-7B9D08177329}" type="parTrans" cxnId="{BD18FF0F-3856-470A-853A-954DCD9756B2}">
      <dgm:prSet/>
      <dgm:spPr/>
      <dgm:t>
        <a:bodyPr/>
        <a:lstStyle/>
        <a:p>
          <a:endParaRPr lang="en-IN"/>
        </a:p>
      </dgm:t>
    </dgm:pt>
    <dgm:pt modelId="{676ACB11-E559-4C05-A12D-1E26EFDA76D7}" type="sibTrans" cxnId="{BD18FF0F-3856-470A-853A-954DCD9756B2}">
      <dgm:prSet/>
      <dgm:spPr/>
      <dgm:t>
        <a:bodyPr/>
        <a:lstStyle/>
        <a:p>
          <a:endParaRPr lang="en-IN"/>
        </a:p>
      </dgm:t>
    </dgm:pt>
    <dgm:pt modelId="{5BB20474-1023-43D6-B33B-D4F04218DF09}">
      <dgm:prSet/>
      <dgm:spPr/>
      <dgm:t>
        <a:bodyPr/>
        <a:lstStyle/>
        <a:p>
          <a:pPr>
            <a:buNone/>
          </a:pPr>
          <a:r>
            <a:rPr lang="en-IN"/>
            <a:t>C) </a:t>
          </a:r>
          <a:r>
            <a:rPr lang="en-IN" b="1"/>
            <a:t>Agents</a:t>
          </a:r>
          <a:r>
            <a:rPr lang="en-IN"/>
            <a:t> </a:t>
          </a:r>
        </a:p>
      </dgm:t>
    </dgm:pt>
    <dgm:pt modelId="{B6D525C8-CAAD-48C0-8448-D07087BF3A53}" type="parTrans" cxnId="{FEC4871C-3C62-4E3E-BDF0-D601A39790BE}">
      <dgm:prSet/>
      <dgm:spPr/>
      <dgm:t>
        <a:bodyPr/>
        <a:lstStyle/>
        <a:p>
          <a:endParaRPr lang="en-IN"/>
        </a:p>
      </dgm:t>
    </dgm:pt>
    <dgm:pt modelId="{67182D83-E9EF-4E6D-89F1-25A836041822}" type="sibTrans" cxnId="{FEC4871C-3C62-4E3E-BDF0-D601A39790BE}">
      <dgm:prSet/>
      <dgm:spPr/>
      <dgm:t>
        <a:bodyPr/>
        <a:lstStyle/>
        <a:p>
          <a:endParaRPr lang="en-IN"/>
        </a:p>
      </dgm:t>
    </dgm:pt>
    <dgm:pt modelId="{1AFC6AC9-92F6-4DC0-8ADF-C422A82FFE93}">
      <dgm:prSet/>
      <dgm:spPr/>
      <dgm:t>
        <a:bodyPr/>
        <a:lstStyle/>
        <a:p>
          <a:pPr>
            <a:buNone/>
          </a:pPr>
          <a:r>
            <a:rPr lang="en-IN"/>
            <a:t>D) Output Parsers</a:t>
          </a:r>
        </a:p>
      </dgm:t>
    </dgm:pt>
    <dgm:pt modelId="{086473EC-D653-471D-BEB6-EC428DA0C73D}" type="parTrans" cxnId="{5404407B-A87E-4797-B826-65F5137F1840}">
      <dgm:prSet/>
      <dgm:spPr/>
      <dgm:t>
        <a:bodyPr/>
        <a:lstStyle/>
        <a:p>
          <a:endParaRPr lang="en-IN"/>
        </a:p>
      </dgm:t>
    </dgm:pt>
    <dgm:pt modelId="{D6EA9AF8-4B58-4186-AFDD-BD799FCAA978}" type="sibTrans" cxnId="{5404407B-A87E-4797-B826-65F5137F1840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49F07ED1-BF14-4AEF-85AC-F6E76572E1C2}" type="pres">
      <dgm:prSet presAssocID="{E47FC42C-3BEE-432A-B414-03145385E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EAE925A5-E933-4F2D-9D27-93F17AAE1E4E}" type="pres">
      <dgm:prSet presAssocID="{3273D1A3-1716-4740-8D34-D981046F605D}" presName="spacer" presStyleCnt="0"/>
      <dgm:spPr/>
    </dgm:pt>
    <dgm:pt modelId="{B4DD5186-96DA-48EF-B255-8A3A3592E1EF}" type="pres">
      <dgm:prSet presAssocID="{6C1EA0DC-D3BF-48C8-B0DD-E888E932CB1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75F1B78-849B-4249-83F6-E578952B0578}" type="pres">
      <dgm:prSet presAssocID="{676ACB11-E559-4C05-A12D-1E26EFDA76D7}" presName="spacer" presStyleCnt="0"/>
      <dgm:spPr/>
    </dgm:pt>
    <dgm:pt modelId="{55ADB03C-7BA9-424B-B79B-5EE3ECACACCD}" type="pres">
      <dgm:prSet presAssocID="{5BB20474-1023-43D6-B33B-D4F04218D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E18C656-3778-4140-BBCF-818FFC61BEB0}" type="pres">
      <dgm:prSet presAssocID="{67182D83-E9EF-4E6D-89F1-25A836041822}" presName="spacer" presStyleCnt="0"/>
      <dgm:spPr/>
    </dgm:pt>
    <dgm:pt modelId="{4F376260-4ADF-46B3-989A-91BCEFA9ED87}" type="pres">
      <dgm:prSet presAssocID="{1AFC6AC9-92F6-4DC0-8ADF-C422A82FFE9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18FF0F-3856-470A-853A-954DCD9756B2}" srcId="{F8E31819-8400-4F8F-92A9-677539DDD0A6}" destId="{6C1EA0DC-D3BF-48C8-B0DD-E888E932CB1C}" srcOrd="1" destOrd="0" parTransId="{B3BF193B-4F3F-46C5-A1C7-7B9D08177329}" sibTransId="{676ACB11-E559-4C05-A12D-1E26EFDA76D7}"/>
    <dgm:cxn modelId="{FEC4871C-3C62-4E3E-BDF0-D601A39790BE}" srcId="{F8E31819-8400-4F8F-92A9-677539DDD0A6}" destId="{5BB20474-1023-43D6-B33B-D4F04218DF09}" srcOrd="2" destOrd="0" parTransId="{B6D525C8-CAAD-48C0-8448-D07087BF3A53}" sibTransId="{67182D83-E9EF-4E6D-89F1-25A836041822}"/>
    <dgm:cxn modelId="{6A7FEC2E-8278-4E80-8239-8EF684AFB814}" srcId="{F8E31819-8400-4F8F-92A9-677539DDD0A6}" destId="{E47FC42C-3BEE-432A-B414-03145385E359}" srcOrd="0" destOrd="0" parTransId="{770CC743-FA7E-4660-8963-17347035AD49}" sibTransId="{3273D1A3-1716-4740-8D34-D981046F605D}"/>
    <dgm:cxn modelId="{F604CC48-982B-488C-8F95-D9809B7C1965}" type="presOf" srcId="{6C1EA0DC-D3BF-48C8-B0DD-E888E932CB1C}" destId="{B4DD5186-96DA-48EF-B255-8A3A3592E1EF}" srcOrd="0" destOrd="0" presId="urn:microsoft.com/office/officeart/2005/8/layout/vList2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5404407B-A87E-4797-B826-65F5137F1840}" srcId="{F8E31819-8400-4F8F-92A9-677539DDD0A6}" destId="{1AFC6AC9-92F6-4DC0-8ADF-C422A82FFE93}" srcOrd="3" destOrd="0" parTransId="{086473EC-D653-471D-BEB6-EC428DA0C73D}" sibTransId="{D6EA9AF8-4B58-4186-AFDD-BD799FCAA978}"/>
    <dgm:cxn modelId="{7ECE2280-A32D-439F-AEB9-70B58325983B}" type="presOf" srcId="{E47FC42C-3BEE-432A-B414-03145385E359}" destId="{49F07ED1-BF14-4AEF-85AC-F6E76572E1C2}" srcOrd="0" destOrd="0" presId="urn:microsoft.com/office/officeart/2005/8/layout/vList2"/>
    <dgm:cxn modelId="{66264086-965E-4086-94CF-6EE0A9E3A7C7}" type="presOf" srcId="{1AFC6AC9-92F6-4DC0-8ADF-C422A82FFE93}" destId="{4F376260-4ADF-46B3-989A-91BCEFA9ED87}" srcOrd="0" destOrd="0" presId="urn:microsoft.com/office/officeart/2005/8/layout/vList2"/>
    <dgm:cxn modelId="{F5066FE7-68DE-46A8-94CE-FFD73552285F}" type="presOf" srcId="{5BB20474-1023-43D6-B33B-D4F04218DF09}" destId="{55ADB03C-7BA9-424B-B79B-5EE3ECACACCD}" srcOrd="0" destOrd="0" presId="urn:microsoft.com/office/officeart/2005/8/layout/vList2"/>
    <dgm:cxn modelId="{5FB5EFFF-AB6C-441C-93F7-4B54D71E649A}" type="presParOf" srcId="{8849E09E-FDAD-4FC4-9CB8-7820AF27A854}" destId="{49F07ED1-BF14-4AEF-85AC-F6E76572E1C2}" srcOrd="0" destOrd="0" presId="urn:microsoft.com/office/officeart/2005/8/layout/vList2"/>
    <dgm:cxn modelId="{B507986C-534E-4429-8194-2FFDE9DD0FE2}" type="presParOf" srcId="{8849E09E-FDAD-4FC4-9CB8-7820AF27A854}" destId="{EAE925A5-E933-4F2D-9D27-93F17AAE1E4E}" srcOrd="1" destOrd="0" presId="urn:microsoft.com/office/officeart/2005/8/layout/vList2"/>
    <dgm:cxn modelId="{A59AE3A6-6ACD-4C78-81E7-E95F6F10035C}" type="presParOf" srcId="{8849E09E-FDAD-4FC4-9CB8-7820AF27A854}" destId="{B4DD5186-96DA-48EF-B255-8A3A3592E1EF}" srcOrd="2" destOrd="0" presId="urn:microsoft.com/office/officeart/2005/8/layout/vList2"/>
    <dgm:cxn modelId="{73F07CE0-37ED-4B21-8170-56AAD8DE087E}" type="presParOf" srcId="{8849E09E-FDAD-4FC4-9CB8-7820AF27A854}" destId="{A75F1B78-849B-4249-83F6-E578952B0578}" srcOrd="3" destOrd="0" presId="urn:microsoft.com/office/officeart/2005/8/layout/vList2"/>
    <dgm:cxn modelId="{37501A1C-C7E3-46D3-B772-D99615DE48AB}" type="presParOf" srcId="{8849E09E-FDAD-4FC4-9CB8-7820AF27A854}" destId="{55ADB03C-7BA9-424B-B79B-5EE3ECACACCD}" srcOrd="4" destOrd="0" presId="urn:microsoft.com/office/officeart/2005/8/layout/vList2"/>
    <dgm:cxn modelId="{A3FB694F-254B-4A7E-A23B-9280AF94CD69}" type="presParOf" srcId="{8849E09E-FDAD-4FC4-9CB8-7820AF27A854}" destId="{7E18C656-3778-4140-BBCF-818FFC61BEB0}" srcOrd="5" destOrd="0" presId="urn:microsoft.com/office/officeart/2005/8/layout/vList2"/>
    <dgm:cxn modelId="{EAA4E1E2-BB5C-48BC-B1C6-72DA72A04E2A}" type="presParOf" srcId="{8849E09E-FDAD-4FC4-9CB8-7820AF27A854}" destId="{4F376260-4ADF-46B3-989A-91BCEFA9ED8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8E31819-8400-4F8F-92A9-677539DDD0A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38D265-59BF-4860-980A-D32BB32C1752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-core</a:t>
          </a:r>
          <a:endParaRPr lang="en-IN" dirty="0"/>
        </a:p>
      </dgm:t>
    </dgm:pt>
    <dgm:pt modelId="{29D0A674-2419-49DC-90CC-CD8A220472AF}" type="parTrans" cxnId="{FF6681B4-AD1D-426F-8373-CB5C9C10316D}">
      <dgm:prSet/>
      <dgm:spPr/>
      <dgm:t>
        <a:bodyPr/>
        <a:lstStyle/>
        <a:p>
          <a:endParaRPr lang="en-IN"/>
        </a:p>
      </dgm:t>
    </dgm:pt>
    <dgm:pt modelId="{7126AC75-B832-4431-B457-6DF7D6CD5650}" type="sibTrans" cxnId="{FF6681B4-AD1D-426F-8373-CB5C9C10316D}">
      <dgm:prSet/>
      <dgm:spPr/>
      <dgm:t>
        <a:bodyPr/>
        <a:lstStyle/>
        <a:p>
          <a:endParaRPr lang="en-IN"/>
        </a:p>
      </dgm:t>
    </dgm:pt>
    <dgm:pt modelId="{F3C43F32-5520-4401-8037-5525639857C3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r>
            <a:rPr lang="en-IN" b="1" dirty="0"/>
            <a:t>-</a:t>
          </a:r>
          <a:endParaRPr lang="en-IN" dirty="0"/>
        </a:p>
      </dgm:t>
    </dgm:pt>
    <dgm:pt modelId="{141B17C2-D096-48A1-B7AA-F734D23CCA8E}" type="parTrans" cxnId="{D6F69387-F5ED-4E9A-B438-5F85D5077448}">
      <dgm:prSet/>
      <dgm:spPr/>
      <dgm:t>
        <a:bodyPr/>
        <a:lstStyle/>
        <a:p>
          <a:endParaRPr lang="en-IN"/>
        </a:p>
      </dgm:t>
    </dgm:pt>
    <dgm:pt modelId="{ABB3DD35-EBBC-46B5-97EC-F681936C622E}" type="sibTrans" cxnId="{D6F69387-F5ED-4E9A-B438-5F85D5077448}">
      <dgm:prSet/>
      <dgm:spPr/>
      <dgm:t>
        <a:bodyPr/>
        <a:lstStyle/>
        <a:p>
          <a:endParaRPr lang="en-IN"/>
        </a:p>
      </dgm:t>
    </dgm:pt>
    <dgm:pt modelId="{285BD58F-F5DF-4D03-BCC6-C6484B200701}">
      <dgm:prSet/>
      <dgm:spPr/>
      <dgm:t>
        <a:bodyPr/>
        <a:lstStyle/>
        <a:p>
          <a:pPr>
            <a:buNone/>
          </a:pPr>
          <a:r>
            <a:rPr lang="en-IN" b="1" dirty="0" err="1"/>
            <a:t>langchain</a:t>
          </a:r>
          <a:endParaRPr lang="en-IN" dirty="0"/>
        </a:p>
      </dgm:t>
    </dgm:pt>
    <dgm:pt modelId="{DC0EF881-3A91-4BBE-9D8B-57A27D8C4B1F}" type="parTrans" cxnId="{032FBEF6-5D7E-4015-AC02-4CE9413F24C1}">
      <dgm:prSet/>
      <dgm:spPr/>
      <dgm:t>
        <a:bodyPr/>
        <a:lstStyle/>
        <a:p>
          <a:endParaRPr lang="en-IN"/>
        </a:p>
      </dgm:t>
    </dgm:pt>
    <dgm:pt modelId="{B82650D5-46CA-49EB-B44E-7C10B7658F46}" type="sibTrans" cxnId="{032FBEF6-5D7E-4015-AC02-4CE9413F24C1}">
      <dgm:prSet/>
      <dgm:spPr/>
      <dgm:t>
        <a:bodyPr/>
        <a:lstStyle/>
        <a:p>
          <a:endParaRPr lang="en-IN"/>
        </a:p>
      </dgm:t>
    </dgm:pt>
    <dgm:pt modelId="{10685EFB-F6AA-471F-9CAA-615A7849B278}">
      <dgm:prSet/>
      <dgm:spPr/>
      <dgm:t>
        <a:bodyPr/>
        <a:lstStyle/>
        <a:p>
          <a:pPr>
            <a:buNone/>
          </a:pPr>
          <a:r>
            <a:rPr lang="en-IN" b="1" dirty="0"/>
            <a:t>orchestration </a:t>
          </a:r>
          <a:r>
            <a:rPr lang="en-IN" b="1" dirty="0" err="1"/>
            <a:t>logic</a:t>
          </a:r>
          <a:r>
            <a:rPr lang="en-IN" dirty="0" err="1"/>
            <a:t>AgentExecutorcreate_tool_calling_agent</a:t>
          </a:r>
          <a:endParaRPr lang="en-IN" dirty="0"/>
        </a:p>
      </dgm:t>
    </dgm:pt>
    <dgm:pt modelId="{4206172C-6D7D-42AF-8B3F-873F7B3B7C60}" type="parTrans" cxnId="{84911067-4040-4929-A52E-08E88A54416C}">
      <dgm:prSet/>
      <dgm:spPr/>
      <dgm:t>
        <a:bodyPr/>
        <a:lstStyle/>
        <a:p>
          <a:endParaRPr lang="en-IN"/>
        </a:p>
      </dgm:t>
    </dgm:pt>
    <dgm:pt modelId="{E6E47208-3ED5-453E-859A-A71C97477F44}" type="sibTrans" cxnId="{84911067-4040-4929-A52E-08E88A54416C}">
      <dgm:prSet/>
      <dgm:spPr/>
      <dgm:t>
        <a:bodyPr/>
        <a:lstStyle/>
        <a:p>
          <a:endParaRPr lang="en-IN"/>
        </a:p>
      </dgm:t>
    </dgm:pt>
    <dgm:pt modelId="{08678795-BD39-41D9-BE20-8BFED99570AF}">
      <dgm:prSet/>
      <dgm:spPr/>
      <dgm:t>
        <a:bodyPr/>
        <a:lstStyle/>
        <a:p>
          <a:pPr>
            <a:buNone/>
          </a:pPr>
          <a:r>
            <a:rPr lang="en-IN" b="1" dirty="0"/>
            <a:t>community third-party integrations </a:t>
          </a:r>
          <a:r>
            <a:rPr lang="en-IN" dirty="0" err="1"/>
            <a:t>ChatOllamaFAISSChroma</a:t>
          </a:r>
          <a:endParaRPr lang="en-IN" dirty="0"/>
        </a:p>
      </dgm:t>
    </dgm:pt>
    <dgm:pt modelId="{79F93880-F6BC-446E-BEA8-E5DE8D3BC56B}" type="parTrans" cxnId="{5B9205B7-FDB2-4803-B8E9-9F8FFBDFAD28}">
      <dgm:prSet/>
      <dgm:spPr/>
      <dgm:t>
        <a:bodyPr/>
        <a:lstStyle/>
        <a:p>
          <a:endParaRPr lang="en-IN"/>
        </a:p>
      </dgm:t>
    </dgm:pt>
    <dgm:pt modelId="{7DB90554-E6D2-4D31-B0F2-650FC5B2B731}" type="sibTrans" cxnId="{5B9205B7-FDB2-4803-B8E9-9F8FFBDFAD28}">
      <dgm:prSet/>
      <dgm:spPr/>
      <dgm:t>
        <a:bodyPr/>
        <a:lstStyle/>
        <a:p>
          <a:endParaRPr lang="en-IN"/>
        </a:p>
      </dgm:t>
    </dgm:pt>
    <dgm:pt modelId="{FD8C6568-6460-4551-9238-1A17FF469546}">
      <dgm:prSet/>
      <dgm:spPr/>
      <dgm:t>
        <a:bodyPr/>
        <a:lstStyle/>
        <a:p>
          <a:pPr>
            <a:buNone/>
          </a:pPr>
          <a:r>
            <a:rPr lang="en-IN" b="1"/>
            <a:t>fundamental abstractions</a:t>
          </a:r>
          <a:r>
            <a:rPr lang="en-IN"/>
            <a:t>RunnableBaseMessageDocumenttoolChatPromptTemplate</a:t>
          </a:r>
          <a:endParaRPr lang="en-IN" dirty="0"/>
        </a:p>
      </dgm:t>
    </dgm:pt>
    <dgm:pt modelId="{D8643B38-F40D-4758-B403-E19E0894D238}" type="parTrans" cxnId="{97C626E0-DF6F-4222-8E8E-826E2D69CC82}">
      <dgm:prSet/>
      <dgm:spPr/>
      <dgm:t>
        <a:bodyPr/>
        <a:lstStyle/>
        <a:p>
          <a:endParaRPr lang="en-IN"/>
        </a:p>
      </dgm:t>
    </dgm:pt>
    <dgm:pt modelId="{F29A345C-F38A-496F-8B55-9873DEAB1CE0}" type="sibTrans" cxnId="{97C626E0-DF6F-4222-8E8E-826E2D69CC82}">
      <dgm:prSet/>
      <dgm:spPr/>
      <dgm:t>
        <a:bodyPr/>
        <a:lstStyle/>
        <a:p>
          <a:endParaRPr lang="en-IN"/>
        </a:p>
      </dgm:t>
    </dgm:pt>
    <dgm:pt modelId="{8849E09E-FDAD-4FC4-9CB8-7820AF27A854}" type="pres">
      <dgm:prSet presAssocID="{F8E31819-8400-4F8F-92A9-677539DDD0A6}" presName="linear" presStyleCnt="0">
        <dgm:presLayoutVars>
          <dgm:animLvl val="lvl"/>
          <dgm:resizeHandles val="exact"/>
        </dgm:presLayoutVars>
      </dgm:prSet>
      <dgm:spPr/>
    </dgm:pt>
    <dgm:pt modelId="{C2A45E92-D1BB-41F1-858D-1623CF79AF43}" type="pres">
      <dgm:prSet presAssocID="{5C38D265-59BF-4860-980A-D32BB32C175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8D52848-26A1-4CE0-B19A-DB309244A1DD}" type="pres">
      <dgm:prSet presAssocID="{5C38D265-59BF-4860-980A-D32BB32C1752}" presName="childText" presStyleLbl="revTx" presStyleIdx="0" presStyleCnt="3">
        <dgm:presLayoutVars>
          <dgm:bulletEnabled val="1"/>
        </dgm:presLayoutVars>
      </dgm:prSet>
      <dgm:spPr/>
    </dgm:pt>
    <dgm:pt modelId="{32A036E2-F08E-4726-90CE-27B7D24DC4B8}" type="pres">
      <dgm:prSet presAssocID="{F3C43F32-5520-4401-8037-5525639857C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3C011B7-8EFE-434C-8FB9-2CC0E3C525B2}" type="pres">
      <dgm:prSet presAssocID="{F3C43F32-5520-4401-8037-5525639857C3}" presName="childText" presStyleLbl="revTx" presStyleIdx="1" presStyleCnt="3">
        <dgm:presLayoutVars>
          <dgm:bulletEnabled val="1"/>
        </dgm:presLayoutVars>
      </dgm:prSet>
      <dgm:spPr/>
    </dgm:pt>
    <dgm:pt modelId="{5529B28D-B3D2-4191-8D6F-92380210DFEE}" type="pres">
      <dgm:prSet presAssocID="{285BD58F-F5DF-4D03-BCC6-C6484B20070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9142105-299C-4119-823F-D9BCDD0603A7}" type="pres">
      <dgm:prSet presAssocID="{285BD58F-F5DF-4D03-BCC6-C6484B20070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DFEE972A-EC64-415D-A8A0-1C67C31D5836}" type="presOf" srcId="{285BD58F-F5DF-4D03-BCC6-C6484B200701}" destId="{5529B28D-B3D2-4191-8D6F-92380210DFEE}" srcOrd="0" destOrd="0" presId="urn:microsoft.com/office/officeart/2005/8/layout/vList2"/>
    <dgm:cxn modelId="{1B6F1E5B-97E8-43ED-86BC-F491180EE7D4}" type="presOf" srcId="{5C38D265-59BF-4860-980A-D32BB32C1752}" destId="{C2A45E92-D1BB-41F1-858D-1623CF79AF43}" srcOrd="0" destOrd="0" presId="urn:microsoft.com/office/officeart/2005/8/layout/vList2"/>
    <dgm:cxn modelId="{84911067-4040-4929-A52E-08E88A54416C}" srcId="{285BD58F-F5DF-4D03-BCC6-C6484B200701}" destId="{10685EFB-F6AA-471F-9CAA-615A7849B278}" srcOrd="0" destOrd="0" parTransId="{4206172C-6D7D-42AF-8B3F-873F7B3B7C60}" sibTransId="{E6E47208-3ED5-453E-859A-A71C97477F44}"/>
    <dgm:cxn modelId="{BB207349-0F7B-4D3F-9B69-844CB4C11442}" type="presOf" srcId="{F8E31819-8400-4F8F-92A9-677539DDD0A6}" destId="{8849E09E-FDAD-4FC4-9CB8-7820AF27A854}" srcOrd="0" destOrd="0" presId="urn:microsoft.com/office/officeart/2005/8/layout/vList2"/>
    <dgm:cxn modelId="{D6F69387-F5ED-4E9A-B438-5F85D5077448}" srcId="{F8E31819-8400-4F8F-92A9-677539DDD0A6}" destId="{F3C43F32-5520-4401-8037-5525639857C3}" srcOrd="1" destOrd="0" parTransId="{141B17C2-D096-48A1-B7AA-F734D23CCA8E}" sibTransId="{ABB3DD35-EBBC-46B5-97EC-F681936C622E}"/>
    <dgm:cxn modelId="{52A584AA-D997-4D16-AF1A-0EE304125ACA}" type="presOf" srcId="{F3C43F32-5520-4401-8037-5525639857C3}" destId="{32A036E2-F08E-4726-90CE-27B7D24DC4B8}" srcOrd="0" destOrd="0" presId="urn:microsoft.com/office/officeart/2005/8/layout/vList2"/>
    <dgm:cxn modelId="{FF6681B4-AD1D-426F-8373-CB5C9C10316D}" srcId="{F8E31819-8400-4F8F-92A9-677539DDD0A6}" destId="{5C38D265-59BF-4860-980A-D32BB32C1752}" srcOrd="0" destOrd="0" parTransId="{29D0A674-2419-49DC-90CC-CD8A220472AF}" sibTransId="{7126AC75-B832-4431-B457-6DF7D6CD5650}"/>
    <dgm:cxn modelId="{5B9205B7-FDB2-4803-B8E9-9F8FFBDFAD28}" srcId="{F3C43F32-5520-4401-8037-5525639857C3}" destId="{08678795-BD39-41D9-BE20-8BFED99570AF}" srcOrd="0" destOrd="0" parTransId="{79F93880-F6BC-446E-BEA8-E5DE8D3BC56B}" sibTransId="{7DB90554-E6D2-4D31-B0F2-650FC5B2B731}"/>
    <dgm:cxn modelId="{B4E41CD8-30F0-489D-BFD6-5B9F38F50DA4}" type="presOf" srcId="{08678795-BD39-41D9-BE20-8BFED99570AF}" destId="{83C011B7-8EFE-434C-8FB9-2CC0E3C525B2}" srcOrd="0" destOrd="0" presId="urn:microsoft.com/office/officeart/2005/8/layout/vList2"/>
    <dgm:cxn modelId="{97C626E0-DF6F-4222-8E8E-826E2D69CC82}" srcId="{5C38D265-59BF-4860-980A-D32BB32C1752}" destId="{FD8C6568-6460-4551-9238-1A17FF469546}" srcOrd="0" destOrd="0" parTransId="{D8643B38-F40D-4758-B403-E19E0894D238}" sibTransId="{F29A345C-F38A-496F-8B55-9873DEAB1CE0}"/>
    <dgm:cxn modelId="{032FBEF6-5D7E-4015-AC02-4CE9413F24C1}" srcId="{F8E31819-8400-4F8F-92A9-677539DDD0A6}" destId="{285BD58F-F5DF-4D03-BCC6-C6484B200701}" srcOrd="2" destOrd="0" parTransId="{DC0EF881-3A91-4BBE-9D8B-57A27D8C4B1F}" sibTransId="{B82650D5-46CA-49EB-B44E-7C10B7658F46}"/>
    <dgm:cxn modelId="{1C0A7AFB-43A8-4217-92F4-7F4CDEB6F926}" type="presOf" srcId="{FD8C6568-6460-4551-9238-1A17FF469546}" destId="{88D52848-26A1-4CE0-B19A-DB309244A1DD}" srcOrd="0" destOrd="0" presId="urn:microsoft.com/office/officeart/2005/8/layout/vList2"/>
    <dgm:cxn modelId="{ED5FC7FF-C7A5-458F-BF0B-7D601CC0A50F}" type="presOf" srcId="{10685EFB-F6AA-471F-9CAA-615A7849B278}" destId="{E9142105-299C-4119-823F-D9BCDD0603A7}" srcOrd="0" destOrd="0" presId="urn:microsoft.com/office/officeart/2005/8/layout/vList2"/>
    <dgm:cxn modelId="{B9FF6DAB-58F2-43A6-AE64-FEE683477D98}" type="presParOf" srcId="{8849E09E-FDAD-4FC4-9CB8-7820AF27A854}" destId="{C2A45E92-D1BB-41F1-858D-1623CF79AF43}" srcOrd="0" destOrd="0" presId="urn:microsoft.com/office/officeart/2005/8/layout/vList2"/>
    <dgm:cxn modelId="{629607EA-E29E-4B73-9ED3-29916E94A4AF}" type="presParOf" srcId="{8849E09E-FDAD-4FC4-9CB8-7820AF27A854}" destId="{88D52848-26A1-4CE0-B19A-DB309244A1DD}" srcOrd="1" destOrd="0" presId="urn:microsoft.com/office/officeart/2005/8/layout/vList2"/>
    <dgm:cxn modelId="{1812C24D-5ACB-44F9-8565-28443D71AE6D}" type="presParOf" srcId="{8849E09E-FDAD-4FC4-9CB8-7820AF27A854}" destId="{32A036E2-F08E-4726-90CE-27B7D24DC4B8}" srcOrd="2" destOrd="0" presId="urn:microsoft.com/office/officeart/2005/8/layout/vList2"/>
    <dgm:cxn modelId="{F6869C59-630E-4B92-B816-4526FD27495A}" type="presParOf" srcId="{8849E09E-FDAD-4FC4-9CB8-7820AF27A854}" destId="{83C011B7-8EFE-434C-8FB9-2CC0E3C525B2}" srcOrd="3" destOrd="0" presId="urn:microsoft.com/office/officeart/2005/8/layout/vList2"/>
    <dgm:cxn modelId="{187D2B87-59B7-4673-8DA8-94869034A633}" type="presParOf" srcId="{8849E09E-FDAD-4FC4-9CB8-7820AF27A854}" destId="{5529B28D-B3D2-4191-8D6F-92380210DFEE}" srcOrd="4" destOrd="0" presId="urn:microsoft.com/office/officeart/2005/8/layout/vList2"/>
    <dgm:cxn modelId="{20CE219F-FEB7-4705-8242-FAC768C50B4E}" type="presParOf" srcId="{8849E09E-FDAD-4FC4-9CB8-7820AF27A854}" destId="{E9142105-299C-4119-823F-D9BCDD0603A7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01E592-11D5-4BFB-8AFD-90D8F5F51859}">
      <dsp:nvSpPr>
        <dsp:cNvPr id="0" name=""/>
        <dsp:cNvSpPr/>
      </dsp:nvSpPr>
      <dsp:spPr>
        <a:xfrm>
          <a:off x="0" y="28053"/>
          <a:ext cx="7128933" cy="13337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7170" tIns="217170" rIns="217170" bIns="217170" numCol="1" spcCol="1270" anchor="ctr" anchorCtr="0">
          <a:noAutofit/>
        </a:bodyPr>
        <a:lstStyle/>
        <a:p>
          <a:pPr marL="0" lvl="0" indent="0" algn="l" defTabSz="2533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700" kern="1200" dirty="0"/>
            <a:t>Agenda</a:t>
          </a:r>
        </a:p>
      </dsp:txBody>
      <dsp:txXfrm>
        <a:off x="65111" y="93164"/>
        <a:ext cx="6998711" cy="1203577"/>
      </dsp:txXfrm>
    </dsp:sp>
    <dsp:sp modelId="{000203FE-B8EB-4BF3-A2A1-C7FF8110D335}">
      <dsp:nvSpPr>
        <dsp:cNvPr id="0" name=""/>
        <dsp:cNvSpPr/>
      </dsp:nvSpPr>
      <dsp:spPr>
        <a:xfrm>
          <a:off x="0" y="1361853"/>
          <a:ext cx="7128933" cy="33627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6344" tIns="72390" rIns="405384" bIns="72390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/>
            <a:t>Agent Loop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Basics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Core Components</a:t>
          </a:r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4400" kern="1200" dirty="0" err="1"/>
            <a:t>LangChain</a:t>
          </a:r>
          <a:r>
            <a:rPr lang="en-IN" sz="4400" kern="1200" dirty="0"/>
            <a:t> Workflow</a:t>
          </a:r>
        </a:p>
      </dsp:txBody>
      <dsp:txXfrm>
        <a:off x="0" y="1361853"/>
        <a:ext cx="7128933" cy="33627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8D7C3-0930-4A3E-B001-F95E1E8B882B}">
      <dsp:nvSpPr>
        <dsp:cNvPr id="0" name=""/>
        <dsp:cNvSpPr/>
      </dsp:nvSpPr>
      <dsp:spPr>
        <a:xfrm>
          <a:off x="0" y="857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Systems that perceive → reason → act → observe</a:t>
          </a:r>
        </a:p>
      </dsp:txBody>
      <dsp:txXfrm>
        <a:off x="58485" y="67061"/>
        <a:ext cx="7833230" cy="1081110"/>
      </dsp:txXfrm>
    </dsp:sp>
    <dsp:sp modelId="{95199E8E-D58A-4E5F-8F31-47B613C6957F}">
      <dsp:nvSpPr>
        <dsp:cNvPr id="0" name=""/>
        <dsp:cNvSpPr/>
      </dsp:nvSpPr>
      <dsp:spPr>
        <a:xfrm>
          <a:off x="0" y="129881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They use LLM + Tools + Memory</a:t>
          </a:r>
        </a:p>
      </dsp:txBody>
      <dsp:txXfrm>
        <a:off x="58485" y="1357301"/>
        <a:ext cx="7833230" cy="1081110"/>
      </dsp:txXfrm>
    </dsp:sp>
    <dsp:sp modelId="{2E7F7756-9925-4459-A1BB-A5455AB319D0}">
      <dsp:nvSpPr>
        <dsp:cNvPr id="0" name=""/>
        <dsp:cNvSpPr/>
      </dsp:nvSpPr>
      <dsp:spPr>
        <a:xfrm>
          <a:off x="0" y="2589056"/>
          <a:ext cx="7950200" cy="1198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Operate autonomously across steps</a:t>
          </a:r>
        </a:p>
      </dsp:txBody>
      <dsp:txXfrm>
        <a:off x="58485" y="2647541"/>
        <a:ext cx="7833230" cy="10811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74FB1-DCB5-493A-AB73-DF36C4A33CF2}">
      <dsp:nvSpPr>
        <dsp:cNvPr id="0" name=""/>
        <dsp:cNvSpPr/>
      </dsp:nvSpPr>
      <dsp:spPr>
        <a:xfrm>
          <a:off x="0" y="41663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Normal LLMs give one-shot responses</a:t>
          </a:r>
        </a:p>
      </dsp:txBody>
      <dsp:txXfrm>
        <a:off x="44549" y="461185"/>
        <a:ext cx="7861102" cy="823502"/>
      </dsp:txXfrm>
    </dsp:sp>
    <dsp:sp modelId="{54FF7229-BC91-4068-BE98-5D0987472F1C}">
      <dsp:nvSpPr>
        <dsp:cNvPr id="0" name=""/>
        <dsp:cNvSpPr/>
      </dsp:nvSpPr>
      <dsp:spPr>
        <a:xfrm>
          <a:off x="0" y="144155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Agents dynamically decide next steps</a:t>
          </a:r>
        </a:p>
      </dsp:txBody>
      <dsp:txXfrm>
        <a:off x="44549" y="1486105"/>
        <a:ext cx="7861102" cy="823502"/>
      </dsp:txXfrm>
    </dsp:sp>
    <dsp:sp modelId="{87A0064D-13A3-46D8-917B-9B28396156E1}">
      <dsp:nvSpPr>
        <dsp:cNvPr id="0" name=""/>
        <dsp:cNvSpPr/>
      </dsp:nvSpPr>
      <dsp:spPr>
        <a:xfrm>
          <a:off x="0" y="2466476"/>
          <a:ext cx="7950200" cy="912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900" kern="1200"/>
            <a:t>Handle complex multi-step workflows</a:t>
          </a:r>
        </a:p>
      </dsp:txBody>
      <dsp:txXfrm>
        <a:off x="44549" y="2511025"/>
        <a:ext cx="7861102" cy="8235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0DD13-2C9D-4E91-ADAA-479F1BBD8AE6}">
      <dsp:nvSpPr>
        <dsp:cNvPr id="0" name=""/>
        <dsp:cNvSpPr/>
      </dsp:nvSpPr>
      <dsp:spPr>
        <a:xfrm>
          <a:off x="0" y="68249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Core idea: iterative reasoning cycle</a:t>
          </a:r>
        </a:p>
      </dsp:txBody>
      <dsp:txXfrm>
        <a:off x="36553" y="719049"/>
        <a:ext cx="7877094" cy="675694"/>
      </dsp:txXfrm>
    </dsp:sp>
    <dsp:sp modelId="{90D7AC2F-0203-4BA8-B330-2F3B61034713}">
      <dsp:nvSpPr>
        <dsp:cNvPr id="0" name=""/>
        <dsp:cNvSpPr/>
      </dsp:nvSpPr>
      <dsp:spPr>
        <a:xfrm>
          <a:off x="0" y="152345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Think → Act → Observe → Reflect → Repeat</a:t>
          </a:r>
        </a:p>
      </dsp:txBody>
      <dsp:txXfrm>
        <a:off x="36553" y="1560009"/>
        <a:ext cx="7877094" cy="675694"/>
      </dsp:txXfrm>
    </dsp:sp>
    <dsp:sp modelId="{35F42A40-CD41-4867-A0BB-23F0324A64E4}">
      <dsp:nvSpPr>
        <dsp:cNvPr id="0" name=""/>
        <dsp:cNvSpPr/>
      </dsp:nvSpPr>
      <dsp:spPr>
        <a:xfrm>
          <a:off x="0" y="2364416"/>
          <a:ext cx="7950200" cy="748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/>
            <a:t>Enables multi-step planning and correction</a:t>
          </a:r>
        </a:p>
      </dsp:txBody>
      <dsp:txXfrm>
        <a:off x="36553" y="2400969"/>
        <a:ext cx="7877094" cy="6756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F66C11-1FCE-427A-84C9-CCEF4D0D1F2A}">
      <dsp:nvSpPr>
        <dsp:cNvPr id="0" name=""/>
        <dsp:cNvSpPr/>
      </dsp:nvSpPr>
      <dsp:spPr>
        <a:xfrm>
          <a:off x="0" y="3431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 dirty="0"/>
            <a:t>Think: LLM plans next step</a:t>
          </a:r>
        </a:p>
      </dsp:txBody>
      <dsp:txXfrm>
        <a:off x="33127" y="67443"/>
        <a:ext cx="7883946" cy="612346"/>
      </dsp:txXfrm>
    </dsp:sp>
    <dsp:sp modelId="{2AFCD22B-FE10-4FB9-BC59-5DF12C1A68B9}">
      <dsp:nvSpPr>
        <dsp:cNvPr id="0" name=""/>
        <dsp:cNvSpPr/>
      </dsp:nvSpPr>
      <dsp:spPr>
        <a:xfrm>
          <a:off x="0" y="79643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Act: Calls an external tool</a:t>
          </a:r>
        </a:p>
      </dsp:txBody>
      <dsp:txXfrm>
        <a:off x="33127" y="829563"/>
        <a:ext cx="7883946" cy="612346"/>
      </dsp:txXfrm>
    </dsp:sp>
    <dsp:sp modelId="{60BB789A-80AA-4880-9242-91667AE7E576}">
      <dsp:nvSpPr>
        <dsp:cNvPr id="0" name=""/>
        <dsp:cNvSpPr/>
      </dsp:nvSpPr>
      <dsp:spPr>
        <a:xfrm>
          <a:off x="0" y="155855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Observe: Reads tool output</a:t>
          </a:r>
        </a:p>
      </dsp:txBody>
      <dsp:txXfrm>
        <a:off x="33127" y="1591683"/>
        <a:ext cx="7883946" cy="612346"/>
      </dsp:txXfrm>
    </dsp:sp>
    <dsp:sp modelId="{AE9B4C99-5675-445C-8A33-F86B0CB3BCE3}">
      <dsp:nvSpPr>
        <dsp:cNvPr id="0" name=""/>
        <dsp:cNvSpPr/>
      </dsp:nvSpPr>
      <dsp:spPr>
        <a:xfrm>
          <a:off x="0" y="232067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Reflect: Adjusts next move</a:t>
          </a:r>
        </a:p>
      </dsp:txBody>
      <dsp:txXfrm>
        <a:off x="33127" y="2353803"/>
        <a:ext cx="7883946" cy="612346"/>
      </dsp:txXfrm>
    </dsp:sp>
    <dsp:sp modelId="{D63A7CCC-DF39-4FD0-95B2-1363045E7F57}">
      <dsp:nvSpPr>
        <dsp:cNvPr id="0" name=""/>
        <dsp:cNvSpPr/>
      </dsp:nvSpPr>
      <dsp:spPr>
        <a:xfrm>
          <a:off x="0" y="3082796"/>
          <a:ext cx="7950200" cy="678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kern="1200"/>
            <a:t>Repeat: Continues until final result</a:t>
          </a:r>
        </a:p>
      </dsp:txBody>
      <dsp:txXfrm>
        <a:off x="33127" y="3115923"/>
        <a:ext cx="7883946" cy="6123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295E16-9C9C-4AE6-AC64-58013B2C0737}">
      <dsp:nvSpPr>
        <dsp:cNvPr id="0" name=""/>
        <dsp:cNvSpPr/>
      </dsp:nvSpPr>
      <dsp:spPr>
        <a:xfrm>
          <a:off x="0" y="641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 dirty="0"/>
            <a:t>Query stock price</a:t>
          </a:r>
        </a:p>
      </dsp:txBody>
      <dsp:txXfrm>
        <a:off x="42265" y="48681"/>
        <a:ext cx="7865670" cy="781270"/>
      </dsp:txXfrm>
    </dsp:sp>
    <dsp:sp modelId="{7DAD2097-C8EC-4B87-92B7-DD36FC165A51}">
      <dsp:nvSpPr>
        <dsp:cNvPr id="0" name=""/>
        <dsp:cNvSpPr/>
      </dsp:nvSpPr>
      <dsp:spPr>
        <a:xfrm>
          <a:off x="0" y="97877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Calculate percentage change</a:t>
          </a:r>
        </a:p>
      </dsp:txBody>
      <dsp:txXfrm>
        <a:off x="42265" y="1021041"/>
        <a:ext cx="7865670" cy="781270"/>
      </dsp:txXfrm>
    </dsp:sp>
    <dsp:sp modelId="{0896E6D0-43D3-4B9E-874E-985BBF182F46}">
      <dsp:nvSpPr>
        <dsp:cNvPr id="0" name=""/>
        <dsp:cNvSpPr/>
      </dsp:nvSpPr>
      <dsp:spPr>
        <a:xfrm>
          <a:off x="0" y="195113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Combine results</a:t>
          </a:r>
        </a:p>
      </dsp:txBody>
      <dsp:txXfrm>
        <a:off x="42265" y="1993401"/>
        <a:ext cx="7865670" cy="781270"/>
      </dsp:txXfrm>
    </dsp:sp>
    <dsp:sp modelId="{044CEF46-C123-4112-9EF0-B44C8B646FBA}">
      <dsp:nvSpPr>
        <dsp:cNvPr id="0" name=""/>
        <dsp:cNvSpPr/>
      </dsp:nvSpPr>
      <dsp:spPr>
        <a:xfrm>
          <a:off x="0" y="2923496"/>
          <a:ext cx="7950200" cy="865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700" kern="1200"/>
            <a:t>Loop until done</a:t>
          </a:r>
        </a:p>
      </dsp:txBody>
      <dsp:txXfrm>
        <a:off x="42265" y="2965761"/>
        <a:ext cx="7865670" cy="78127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CEFD46-8163-42D6-8CCB-A66C128FE6E9}">
      <dsp:nvSpPr>
        <dsp:cNvPr id="0" name=""/>
        <dsp:cNvSpPr/>
      </dsp:nvSpPr>
      <dsp:spPr>
        <a:xfrm>
          <a:off x="0" y="53057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Framework to build LLM-powered apps</a:t>
          </a:r>
        </a:p>
      </dsp:txBody>
      <dsp:txXfrm>
        <a:off x="41123" y="571699"/>
        <a:ext cx="7867954" cy="760154"/>
      </dsp:txXfrm>
    </dsp:sp>
    <dsp:sp modelId="{9EEB32A9-0F72-4871-ABDC-AAD11118F27C}">
      <dsp:nvSpPr>
        <dsp:cNvPr id="0" name=""/>
        <dsp:cNvSpPr/>
      </dsp:nvSpPr>
      <dsp:spPr>
        <a:xfrm>
          <a:off x="0" y="147665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Supports RAG, agents, tools and memory</a:t>
          </a:r>
        </a:p>
      </dsp:txBody>
      <dsp:txXfrm>
        <a:off x="41123" y="1517779"/>
        <a:ext cx="7867954" cy="760154"/>
      </dsp:txXfrm>
    </dsp:sp>
    <dsp:sp modelId="{F221EBFB-BD8B-401C-9064-8009FD15CB1C}">
      <dsp:nvSpPr>
        <dsp:cNvPr id="0" name=""/>
        <dsp:cNvSpPr/>
      </dsp:nvSpPr>
      <dsp:spPr>
        <a:xfrm>
          <a:off x="0" y="2422736"/>
          <a:ext cx="7950200" cy="842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Works with local LLMs like Ollama</a:t>
          </a:r>
        </a:p>
      </dsp:txBody>
      <dsp:txXfrm>
        <a:off x="41123" y="2463859"/>
        <a:ext cx="7867954" cy="76015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CFBF00-322B-484D-BE84-C8513A7577EE}">
      <dsp:nvSpPr>
        <dsp:cNvPr id="0" name=""/>
        <dsp:cNvSpPr/>
      </dsp:nvSpPr>
      <dsp:spPr>
        <a:xfrm>
          <a:off x="0" y="6140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/>
            <a:t>✔ Inputs</a:t>
          </a:r>
          <a:endParaRPr lang="en-IN" sz="2200" kern="1200"/>
        </a:p>
      </dsp:txBody>
      <dsp:txXfrm>
        <a:off x="27644" y="89051"/>
        <a:ext cx="7107512" cy="510992"/>
      </dsp:txXfrm>
    </dsp:sp>
    <dsp:sp modelId="{4287A471-2152-4DCA-B8F5-7ADE35D10EEA}">
      <dsp:nvSpPr>
        <dsp:cNvPr id="0" name=""/>
        <dsp:cNvSpPr/>
      </dsp:nvSpPr>
      <dsp:spPr>
        <a:xfrm>
          <a:off x="0" y="627687"/>
          <a:ext cx="7162800" cy="9335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User query</a:t>
          </a:r>
          <a:br>
            <a:rPr lang="en-IN" sz="1700" kern="1200" dirty="0"/>
          </a:br>
          <a:r>
            <a:rPr lang="en-IN" sz="1700" kern="1200" dirty="0"/>
            <a:t>→ Prompt templates</a:t>
          </a:r>
          <a:br>
            <a:rPr lang="en-IN" sz="1700" kern="1200" dirty="0"/>
          </a:br>
          <a:r>
            <a:rPr lang="en-IN" sz="1700" kern="1200" dirty="0"/>
            <a:t>→ Tools</a:t>
          </a:r>
          <a:br>
            <a:rPr lang="en-IN" sz="1700" kern="1200" dirty="0"/>
          </a:br>
          <a:r>
            <a:rPr lang="en-IN" sz="1700" kern="1200" dirty="0"/>
            <a:t>→ Knowledge bases</a:t>
          </a:r>
        </a:p>
      </dsp:txBody>
      <dsp:txXfrm>
        <a:off x="0" y="627687"/>
        <a:ext cx="7162800" cy="933570"/>
      </dsp:txXfrm>
    </dsp:sp>
    <dsp:sp modelId="{2B4C0E7E-3EAE-445F-8AB0-788BDA8F4955}">
      <dsp:nvSpPr>
        <dsp:cNvPr id="0" name=""/>
        <dsp:cNvSpPr/>
      </dsp:nvSpPr>
      <dsp:spPr>
        <a:xfrm>
          <a:off x="0" y="1561257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Processing</a:t>
          </a:r>
          <a:endParaRPr lang="en-IN" sz="2200" kern="1200" dirty="0"/>
        </a:p>
      </dsp:txBody>
      <dsp:txXfrm>
        <a:off x="27644" y="1588901"/>
        <a:ext cx="7107512" cy="510992"/>
      </dsp:txXfrm>
    </dsp:sp>
    <dsp:sp modelId="{10AD2588-E19D-4F4F-916C-41AB8D0EBED3}">
      <dsp:nvSpPr>
        <dsp:cNvPr id="0" name=""/>
        <dsp:cNvSpPr/>
      </dsp:nvSpPr>
      <dsp:spPr>
        <a:xfrm>
          <a:off x="0" y="2127537"/>
          <a:ext cx="7162800" cy="7172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4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700" kern="1200" dirty="0"/>
            <a:t>→ LLM reasoning</a:t>
          </a:r>
          <a:br>
            <a:rPr lang="en-IN" sz="1700" kern="1200" dirty="0"/>
          </a:br>
          <a:r>
            <a:rPr lang="en-IN" sz="1700" kern="1200" dirty="0"/>
            <a:t>→ Tool selection</a:t>
          </a:r>
          <a:br>
            <a:rPr lang="en-IN" sz="1700" kern="1200" dirty="0"/>
          </a:br>
          <a:r>
            <a:rPr lang="en-IN" sz="1700" kern="1200" dirty="0"/>
            <a:t>→ Agent loops</a:t>
          </a:r>
        </a:p>
      </dsp:txBody>
      <dsp:txXfrm>
        <a:off x="0" y="2127537"/>
        <a:ext cx="7162800" cy="717255"/>
      </dsp:txXfrm>
    </dsp:sp>
    <dsp:sp modelId="{6913663B-9DB8-4F23-831D-1DF88F5E78C4}">
      <dsp:nvSpPr>
        <dsp:cNvPr id="0" name=""/>
        <dsp:cNvSpPr/>
      </dsp:nvSpPr>
      <dsp:spPr>
        <a:xfrm>
          <a:off x="0" y="284479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b="1" kern="1200" dirty="0"/>
            <a:t>✔ Outputs</a:t>
          </a:r>
          <a:endParaRPr lang="en-IN" sz="2200" kern="1200" dirty="0"/>
        </a:p>
      </dsp:txBody>
      <dsp:txXfrm>
        <a:off x="27644" y="2872436"/>
        <a:ext cx="7107512" cy="510992"/>
      </dsp:txXfrm>
    </dsp:sp>
    <dsp:sp modelId="{5FD07744-8E1B-4426-AFCB-2B5297720E1A}">
      <dsp:nvSpPr>
        <dsp:cNvPr id="0" name=""/>
        <dsp:cNvSpPr/>
      </dsp:nvSpPr>
      <dsp:spPr>
        <a:xfrm>
          <a:off x="0" y="3474432"/>
          <a:ext cx="716280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→ Final answer</a:t>
          </a:r>
        </a:p>
      </dsp:txBody>
      <dsp:txXfrm>
        <a:off x="27644" y="3502076"/>
        <a:ext cx="7107512" cy="5109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96284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1. </a:t>
          </a:r>
          <a:r>
            <a:rPr lang="en-US" sz="1800" b="1" kern="1200" dirty="0" err="1"/>
            <a:t>ReAct</a:t>
          </a:r>
          <a:r>
            <a:rPr lang="en-US" sz="1800" b="1" kern="1200" dirty="0"/>
            <a:t> Agent (Most popular)</a:t>
          </a:r>
        </a:p>
      </dsp:txBody>
      <dsp:txXfrm>
        <a:off x="20561" y="116845"/>
        <a:ext cx="7502678" cy="380078"/>
      </dsp:txXfrm>
    </dsp:sp>
    <dsp:sp modelId="{76C0F772-42C7-4075-8214-1071864E79D0}">
      <dsp:nvSpPr>
        <dsp:cNvPr id="0" name=""/>
        <dsp:cNvSpPr/>
      </dsp:nvSpPr>
      <dsp:spPr>
        <a:xfrm>
          <a:off x="0" y="517484"/>
          <a:ext cx="7543800" cy="10619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Uses:</a:t>
          </a:r>
          <a:br>
            <a:rPr lang="en-US" sz="1400" kern="1200" dirty="0"/>
          </a:br>
          <a:r>
            <a:rPr lang="en-US" sz="1400" kern="1200" dirty="0"/>
            <a:t>🧠 Reason</a:t>
          </a:r>
          <a:br>
            <a:rPr lang="en-US" sz="1400" kern="1200" dirty="0"/>
          </a:br>
          <a:r>
            <a:rPr lang="en-US" sz="1400" kern="1200" dirty="0"/>
            <a:t>🛠 Act</a:t>
          </a:r>
          <a:br>
            <a:rPr lang="en-US" sz="1400" kern="1200" dirty="0"/>
          </a:br>
          <a:r>
            <a:rPr lang="en-US" sz="1400" kern="1200" dirty="0"/>
            <a:t>👁 Observe</a:t>
          </a:r>
          <a:br>
            <a:rPr lang="en-US" sz="1400" kern="1200" dirty="0"/>
          </a:br>
          <a:r>
            <a:rPr lang="en-US" sz="1400" kern="1200" dirty="0"/>
            <a:t>→ repeat</a:t>
          </a:r>
        </a:p>
      </dsp:txBody>
      <dsp:txXfrm>
        <a:off x="0" y="517484"/>
        <a:ext cx="7543800" cy="1061910"/>
      </dsp:txXfrm>
    </dsp:sp>
    <dsp:sp modelId="{EBE7B87B-281C-47EC-A734-BA0EDFCD1CD2}">
      <dsp:nvSpPr>
        <dsp:cNvPr id="0" name=""/>
        <dsp:cNvSpPr/>
      </dsp:nvSpPr>
      <dsp:spPr>
        <a:xfrm>
          <a:off x="0" y="157939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2. Conversation Agent</a:t>
          </a:r>
          <a:endParaRPr lang="en-US" sz="1800" kern="1200" dirty="0"/>
        </a:p>
      </dsp:txBody>
      <dsp:txXfrm>
        <a:off x="20561" y="1599956"/>
        <a:ext cx="7502678" cy="380078"/>
      </dsp:txXfrm>
    </dsp:sp>
    <dsp:sp modelId="{92FA06E4-D9D9-4969-936D-3DD48CF2E835}">
      <dsp:nvSpPr>
        <dsp:cNvPr id="0" name=""/>
        <dsp:cNvSpPr/>
      </dsp:nvSpPr>
      <dsp:spPr>
        <a:xfrm>
          <a:off x="0" y="200059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For interactive chat with </a:t>
          </a:r>
          <a:r>
            <a:rPr lang="en-US" sz="1400" kern="1200"/>
            <a:t>memory.</a:t>
          </a:r>
          <a:endParaRPr lang="en-US" sz="1400" kern="1200" dirty="0"/>
        </a:p>
      </dsp:txBody>
      <dsp:txXfrm>
        <a:off x="0" y="2000595"/>
        <a:ext cx="7543800" cy="298080"/>
      </dsp:txXfrm>
    </dsp:sp>
    <dsp:sp modelId="{FCB0E1D8-3FDE-44D0-BBEC-10D90B893A2B}">
      <dsp:nvSpPr>
        <dsp:cNvPr id="0" name=""/>
        <dsp:cNvSpPr/>
      </dsp:nvSpPr>
      <dsp:spPr>
        <a:xfrm>
          <a:off x="0" y="229867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3. Tool-Using Agent</a:t>
          </a:r>
        </a:p>
      </dsp:txBody>
      <dsp:txXfrm>
        <a:off x="20561" y="2319236"/>
        <a:ext cx="7502678" cy="380078"/>
      </dsp:txXfrm>
    </dsp:sp>
    <dsp:sp modelId="{63A3CA44-B2A4-4DC5-996C-159A3B1C2DB3}">
      <dsp:nvSpPr>
        <dsp:cNvPr id="0" name=""/>
        <dsp:cNvSpPr/>
      </dsp:nvSpPr>
      <dsp:spPr>
        <a:xfrm>
          <a:off x="0" y="2719875"/>
          <a:ext cx="7543800" cy="298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Chooses best tool for the job.</a:t>
          </a:r>
        </a:p>
      </dsp:txBody>
      <dsp:txXfrm>
        <a:off x="0" y="2719875"/>
        <a:ext cx="7543800" cy="298080"/>
      </dsp:txXfrm>
    </dsp:sp>
    <dsp:sp modelId="{3146C2E7-1FBA-482C-AB30-75434A439DEC}">
      <dsp:nvSpPr>
        <dsp:cNvPr id="0" name=""/>
        <dsp:cNvSpPr/>
      </dsp:nvSpPr>
      <dsp:spPr>
        <a:xfrm>
          <a:off x="0" y="3017955"/>
          <a:ext cx="7543800" cy="421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4. Plan &amp; Execute Agent (Advanced)</a:t>
          </a:r>
        </a:p>
      </dsp:txBody>
      <dsp:txXfrm>
        <a:off x="20561" y="3038516"/>
        <a:ext cx="7502678" cy="380078"/>
      </dsp:txXfrm>
    </dsp:sp>
    <dsp:sp modelId="{F579C99A-591C-48BF-8EE8-C68E10477D20}">
      <dsp:nvSpPr>
        <dsp:cNvPr id="0" name=""/>
        <dsp:cNvSpPr/>
      </dsp:nvSpPr>
      <dsp:spPr>
        <a:xfrm>
          <a:off x="0" y="3439155"/>
          <a:ext cx="7543800" cy="1341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400" kern="1200" dirty="0"/>
            <a:t>Creates long-term plans and then executes them.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400" kern="1200" dirty="0"/>
            <a:t>Useful for: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projects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research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coding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Font typeface="Arial" panose="020B0604020202020204" pitchFamily="34" charset="0"/>
            <a:buChar char="•"/>
          </a:pPr>
          <a:r>
            <a:rPr lang="en-IN" sz="1400" kern="1200" dirty="0"/>
            <a:t>automation pipelines</a:t>
          </a:r>
        </a:p>
      </dsp:txBody>
      <dsp:txXfrm>
        <a:off x="0" y="3439155"/>
        <a:ext cx="7543800" cy="13413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136CB-4B80-4463-9A0B-571BE453AEEC}">
      <dsp:nvSpPr>
        <dsp:cNvPr id="0" name=""/>
        <dsp:cNvSpPr/>
      </dsp:nvSpPr>
      <dsp:spPr>
        <a:xfrm>
          <a:off x="0" y="408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1. Short-term memory</a:t>
          </a:r>
          <a:endParaRPr lang="en-US" sz="3000" b="1" kern="1200" dirty="0"/>
        </a:p>
      </dsp:txBody>
      <dsp:txXfrm>
        <a:off x="34269" y="75069"/>
        <a:ext cx="7475262" cy="633462"/>
      </dsp:txXfrm>
    </dsp:sp>
    <dsp:sp modelId="{713BC30D-5DE6-4CC6-A9EF-EB8194BF1BF6}">
      <dsp:nvSpPr>
        <dsp:cNvPr id="0" name=""/>
        <dsp:cNvSpPr/>
      </dsp:nvSpPr>
      <dsp:spPr>
        <a:xfrm>
          <a:off x="0" y="7428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conversation context.</a:t>
          </a:r>
        </a:p>
      </dsp:txBody>
      <dsp:txXfrm>
        <a:off x="0" y="742800"/>
        <a:ext cx="7543800" cy="496800"/>
      </dsp:txXfrm>
    </dsp:sp>
    <dsp:sp modelId="{E1446C2E-DF32-47B9-963B-80ACFFF4B598}">
      <dsp:nvSpPr>
        <dsp:cNvPr id="0" name=""/>
        <dsp:cNvSpPr/>
      </dsp:nvSpPr>
      <dsp:spPr>
        <a:xfrm>
          <a:off x="0" y="12396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2. Long-term memory</a:t>
          </a:r>
        </a:p>
      </dsp:txBody>
      <dsp:txXfrm>
        <a:off x="34269" y="1273869"/>
        <a:ext cx="7475262" cy="633462"/>
      </dsp:txXfrm>
    </dsp:sp>
    <dsp:sp modelId="{43B10A50-AE7C-4CDB-A961-A09FF647C00B}">
      <dsp:nvSpPr>
        <dsp:cNvPr id="0" name=""/>
        <dsp:cNvSpPr/>
      </dsp:nvSpPr>
      <dsp:spPr>
        <a:xfrm>
          <a:off x="0" y="19416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2300" kern="1200" dirty="0"/>
            <a:t>Stores knowledge in vector DB (FAISS/</a:t>
          </a:r>
          <a:r>
            <a:rPr lang="en-US" sz="2300" kern="1200" dirty="0" err="1"/>
            <a:t>ChromaDB</a:t>
          </a:r>
          <a:r>
            <a:rPr lang="en-US" sz="2300" kern="1200" dirty="0"/>
            <a:t>).</a:t>
          </a:r>
        </a:p>
      </dsp:txBody>
      <dsp:txXfrm>
        <a:off x="0" y="1941600"/>
        <a:ext cx="7543800" cy="496800"/>
      </dsp:txXfrm>
    </dsp:sp>
    <dsp:sp modelId="{AA20185F-7F2F-45BA-AC8B-4E57332F3BD3}">
      <dsp:nvSpPr>
        <dsp:cNvPr id="0" name=""/>
        <dsp:cNvSpPr/>
      </dsp:nvSpPr>
      <dsp:spPr>
        <a:xfrm>
          <a:off x="0" y="24384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3. Episodic memory</a:t>
          </a:r>
        </a:p>
      </dsp:txBody>
      <dsp:txXfrm>
        <a:off x="34269" y="2472669"/>
        <a:ext cx="7475262" cy="633462"/>
      </dsp:txXfrm>
    </dsp:sp>
    <dsp:sp modelId="{F15A5E6E-8F04-406E-B77A-0DF7A0C66AEA}">
      <dsp:nvSpPr>
        <dsp:cNvPr id="0" name=""/>
        <dsp:cNvSpPr/>
      </dsp:nvSpPr>
      <dsp:spPr>
        <a:xfrm>
          <a:off x="0" y="31404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step-by-step history.</a:t>
          </a:r>
        </a:p>
      </dsp:txBody>
      <dsp:txXfrm>
        <a:off x="0" y="3140400"/>
        <a:ext cx="7543800" cy="496800"/>
      </dsp:txXfrm>
    </dsp:sp>
    <dsp:sp modelId="{5748DB41-04D0-4CDB-A41A-53CACBDA130C}">
      <dsp:nvSpPr>
        <dsp:cNvPr id="0" name=""/>
        <dsp:cNvSpPr/>
      </dsp:nvSpPr>
      <dsp:spPr>
        <a:xfrm>
          <a:off x="0" y="3637200"/>
          <a:ext cx="7543800" cy="70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b="1" kern="1200"/>
            <a:t>4. Semantic memory</a:t>
          </a:r>
        </a:p>
      </dsp:txBody>
      <dsp:txXfrm>
        <a:off x="34269" y="3671469"/>
        <a:ext cx="7475262" cy="633462"/>
      </dsp:txXfrm>
    </dsp:sp>
    <dsp:sp modelId="{E31A479D-6E52-4773-9989-64C0F4622DD7}">
      <dsp:nvSpPr>
        <dsp:cNvPr id="0" name=""/>
        <dsp:cNvSpPr/>
      </dsp:nvSpPr>
      <dsp:spPr>
        <a:xfrm>
          <a:off x="0" y="4339200"/>
          <a:ext cx="7543800" cy="496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2300" kern="1200" dirty="0"/>
            <a:t>Stores facts &amp; embeddings.</a:t>
          </a:r>
        </a:p>
      </dsp:txBody>
      <dsp:txXfrm>
        <a:off x="0" y="4339200"/>
        <a:ext cx="7543800" cy="496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31860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A) To deploy chains to a server. </a:t>
          </a:r>
          <a:endParaRPr lang="en-IN" sz="2200" kern="1200"/>
        </a:p>
      </dsp:txBody>
      <dsp:txXfrm>
        <a:off x="25130" y="343731"/>
        <a:ext cx="7493540" cy="464540"/>
      </dsp:txXfrm>
    </dsp:sp>
    <dsp:sp modelId="{72B7A362-AEE8-47FA-8B07-0D270932797D}">
      <dsp:nvSpPr>
        <dsp:cNvPr id="0" name=""/>
        <dsp:cNvSpPr/>
      </dsp:nvSpPr>
      <dsp:spPr>
        <a:xfrm>
          <a:off x="0" y="89676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B) To provide a declarative way to compose runnables and chains. </a:t>
          </a:r>
          <a:endParaRPr lang="en-IN" sz="2200" kern="1200"/>
        </a:p>
      </dsp:txBody>
      <dsp:txXfrm>
        <a:off x="25130" y="921892"/>
        <a:ext cx="7493540" cy="464540"/>
      </dsp:txXfrm>
    </dsp:sp>
    <dsp:sp modelId="{417A0837-F47F-461C-A4E1-54806F8A8D9B}">
      <dsp:nvSpPr>
        <dsp:cNvPr id="0" name=""/>
        <dsp:cNvSpPr/>
      </dsp:nvSpPr>
      <dsp:spPr>
        <a:xfrm>
          <a:off x="0" y="147492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C) To manage conversation memory. </a:t>
          </a:r>
          <a:endParaRPr lang="en-IN" sz="2200" kern="1200"/>
        </a:p>
      </dsp:txBody>
      <dsp:txXfrm>
        <a:off x="25130" y="1500052"/>
        <a:ext cx="7493540" cy="4645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F07ED1-BF14-4AEF-85AC-F6E76572E1C2}">
      <dsp:nvSpPr>
        <dsp:cNvPr id="0" name=""/>
        <dsp:cNvSpPr/>
      </dsp:nvSpPr>
      <dsp:spPr>
        <a:xfrm>
          <a:off x="0" y="2952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A) Chains </a:t>
          </a:r>
        </a:p>
      </dsp:txBody>
      <dsp:txXfrm>
        <a:off x="25130" y="54651"/>
        <a:ext cx="7493540" cy="464540"/>
      </dsp:txXfrm>
    </dsp:sp>
    <dsp:sp modelId="{B4DD5186-96DA-48EF-B255-8A3A3592E1EF}">
      <dsp:nvSpPr>
        <dsp:cNvPr id="0" name=""/>
        <dsp:cNvSpPr/>
      </dsp:nvSpPr>
      <dsp:spPr>
        <a:xfrm>
          <a:off x="0" y="607681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B) Prompts </a:t>
          </a:r>
        </a:p>
      </dsp:txBody>
      <dsp:txXfrm>
        <a:off x="25130" y="632811"/>
        <a:ext cx="7493540" cy="464540"/>
      </dsp:txXfrm>
    </dsp:sp>
    <dsp:sp modelId="{55ADB03C-7BA9-424B-B79B-5EE3ECACACCD}">
      <dsp:nvSpPr>
        <dsp:cNvPr id="0" name=""/>
        <dsp:cNvSpPr/>
      </dsp:nvSpPr>
      <dsp:spPr>
        <a:xfrm>
          <a:off x="0" y="118584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C) </a:t>
          </a:r>
          <a:r>
            <a:rPr lang="en-IN" sz="2200" b="1" kern="1200"/>
            <a:t>Agents</a:t>
          </a:r>
          <a:r>
            <a:rPr lang="en-IN" sz="2200" kern="1200"/>
            <a:t> </a:t>
          </a:r>
        </a:p>
      </dsp:txBody>
      <dsp:txXfrm>
        <a:off x="25130" y="1210972"/>
        <a:ext cx="7493540" cy="464540"/>
      </dsp:txXfrm>
    </dsp:sp>
    <dsp:sp modelId="{4F376260-4ADF-46B3-989A-91BCEFA9ED87}">
      <dsp:nvSpPr>
        <dsp:cNvPr id="0" name=""/>
        <dsp:cNvSpPr/>
      </dsp:nvSpPr>
      <dsp:spPr>
        <a:xfrm>
          <a:off x="0" y="1764002"/>
          <a:ext cx="7543800" cy="514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D) Output Parsers</a:t>
          </a:r>
        </a:p>
      </dsp:txBody>
      <dsp:txXfrm>
        <a:off x="25130" y="1789132"/>
        <a:ext cx="7493540" cy="4645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A45E92-D1BB-41F1-858D-1623CF79AF43}">
      <dsp:nvSpPr>
        <dsp:cNvPr id="0" name=""/>
        <dsp:cNvSpPr/>
      </dsp:nvSpPr>
      <dsp:spPr>
        <a:xfrm>
          <a:off x="0" y="3476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-core</a:t>
          </a:r>
          <a:endParaRPr lang="en-IN" sz="2400" kern="1200" dirty="0"/>
        </a:p>
      </dsp:txBody>
      <dsp:txXfrm>
        <a:off x="27415" y="375025"/>
        <a:ext cx="7488970" cy="506769"/>
      </dsp:txXfrm>
    </dsp:sp>
    <dsp:sp modelId="{88D52848-26A1-4CE0-B19A-DB309244A1DD}">
      <dsp:nvSpPr>
        <dsp:cNvPr id="0" name=""/>
        <dsp:cNvSpPr/>
      </dsp:nvSpPr>
      <dsp:spPr>
        <a:xfrm>
          <a:off x="0" y="909210"/>
          <a:ext cx="7543800" cy="5589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/>
            <a:t>fundamental abstractions</a:t>
          </a:r>
          <a:r>
            <a:rPr lang="en-IN" sz="1900" kern="1200"/>
            <a:t>RunnableBaseMessageDocumenttoolChatPromptTemplate</a:t>
          </a:r>
          <a:endParaRPr lang="en-IN" sz="1900" kern="1200" dirty="0"/>
        </a:p>
      </dsp:txBody>
      <dsp:txXfrm>
        <a:off x="0" y="909210"/>
        <a:ext cx="7543800" cy="558900"/>
      </dsp:txXfrm>
    </dsp:sp>
    <dsp:sp modelId="{32A036E2-F08E-4726-90CE-27B7D24DC4B8}">
      <dsp:nvSpPr>
        <dsp:cNvPr id="0" name=""/>
        <dsp:cNvSpPr/>
      </dsp:nvSpPr>
      <dsp:spPr>
        <a:xfrm>
          <a:off x="0" y="1468110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r>
            <a:rPr lang="en-IN" sz="2400" b="1" kern="1200" dirty="0"/>
            <a:t>-</a:t>
          </a:r>
          <a:endParaRPr lang="en-IN" sz="2400" kern="1200" dirty="0"/>
        </a:p>
      </dsp:txBody>
      <dsp:txXfrm>
        <a:off x="27415" y="1495525"/>
        <a:ext cx="7488970" cy="506769"/>
      </dsp:txXfrm>
    </dsp:sp>
    <dsp:sp modelId="{83C011B7-8EFE-434C-8FB9-2CC0E3C525B2}">
      <dsp:nvSpPr>
        <dsp:cNvPr id="0" name=""/>
        <dsp:cNvSpPr/>
      </dsp:nvSpPr>
      <dsp:spPr>
        <a:xfrm>
          <a:off x="0" y="2029709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community third-party integrations </a:t>
          </a:r>
          <a:r>
            <a:rPr lang="en-IN" sz="1900" kern="1200" dirty="0" err="1"/>
            <a:t>ChatOllamaFAISSChroma</a:t>
          </a:r>
          <a:endParaRPr lang="en-IN" sz="1900" kern="1200" dirty="0"/>
        </a:p>
      </dsp:txBody>
      <dsp:txXfrm>
        <a:off x="0" y="2029709"/>
        <a:ext cx="7543800" cy="397440"/>
      </dsp:txXfrm>
    </dsp:sp>
    <dsp:sp modelId="{5529B28D-B3D2-4191-8D6F-92380210DFEE}">
      <dsp:nvSpPr>
        <dsp:cNvPr id="0" name=""/>
        <dsp:cNvSpPr/>
      </dsp:nvSpPr>
      <dsp:spPr>
        <a:xfrm>
          <a:off x="0" y="2427149"/>
          <a:ext cx="7543800" cy="5615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 dirty="0" err="1"/>
            <a:t>langchain</a:t>
          </a:r>
          <a:endParaRPr lang="en-IN" sz="2400" kern="1200" dirty="0"/>
        </a:p>
      </dsp:txBody>
      <dsp:txXfrm>
        <a:off x="27415" y="2454564"/>
        <a:ext cx="7488970" cy="506769"/>
      </dsp:txXfrm>
    </dsp:sp>
    <dsp:sp modelId="{E9142105-299C-4119-823F-D9BCDD0603A7}">
      <dsp:nvSpPr>
        <dsp:cNvPr id="0" name=""/>
        <dsp:cNvSpPr/>
      </dsp:nvSpPr>
      <dsp:spPr>
        <a:xfrm>
          <a:off x="0" y="2988750"/>
          <a:ext cx="7543800" cy="397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9516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IN" sz="1900" b="1" kern="1200" dirty="0"/>
            <a:t>orchestration </a:t>
          </a:r>
          <a:r>
            <a:rPr lang="en-IN" sz="1900" b="1" kern="1200" dirty="0" err="1"/>
            <a:t>logic</a:t>
          </a:r>
          <a:r>
            <a:rPr lang="en-IN" sz="1900" kern="1200" dirty="0" err="1"/>
            <a:t>AgentExecutorcreate_tool_calling_agent</a:t>
          </a:r>
          <a:endParaRPr lang="en-IN" sz="1900" kern="1200" dirty="0"/>
        </a:p>
      </dsp:txBody>
      <dsp:txXfrm>
        <a:off x="0" y="2988750"/>
        <a:ext cx="7543800" cy="397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2477CB-E0AE-4281-99AD-4E48B34E3FDC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E0340-0FD0-49F3-BC20-FAFB939F88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697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10694192" cy="75565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47595" y="1996405"/>
            <a:ext cx="6208424" cy="1669893"/>
          </a:xfrm>
        </p:spPr>
        <p:txBody>
          <a:bodyPr anchor="b">
            <a:noAutofit/>
          </a:bodyPr>
          <a:lstStyle>
            <a:lvl1pPr algn="ctr">
              <a:defRPr sz="5289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47595" y="3964824"/>
            <a:ext cx="6208424" cy="1517967"/>
          </a:xfrm>
        </p:spPr>
        <p:txBody>
          <a:bodyPr anchor="t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93168" y="5569423"/>
            <a:ext cx="787359" cy="307857"/>
          </a:xfrm>
        </p:spPr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47595" y="5569423"/>
            <a:ext cx="4753628" cy="307857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72474" y="5569423"/>
            <a:ext cx="483545" cy="307857"/>
          </a:xfrm>
        </p:spPr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62073" y="3824890"/>
            <a:ext cx="597946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922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962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6E7B2-5757-84C8-027D-B9D207CF5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4AC01-6A86-F68C-130D-9EF6BD492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702E7-4504-0CCE-A93D-256447F79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BF612D-5772-9532-CCC8-EFDB7139E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71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5094" y="1808594"/>
            <a:ext cx="7713111" cy="2008140"/>
          </a:xfrm>
        </p:spPr>
        <p:txBody>
          <a:bodyPr anchor="b">
            <a:normAutofit/>
          </a:bodyPr>
          <a:lstStyle>
            <a:lvl1pPr algn="ctr">
              <a:defRPr sz="4408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95094" y="4115262"/>
            <a:ext cx="7713111" cy="1201035"/>
          </a:xfrm>
        </p:spPr>
        <p:txBody>
          <a:bodyPr anchor="t">
            <a:normAutofit/>
          </a:bodyPr>
          <a:lstStyle>
            <a:lvl1pPr marL="0" indent="0" algn="ctr">
              <a:buNone/>
              <a:defRPr sz="2645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95096" y="3965997"/>
            <a:ext cx="77131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0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495094" y="2596249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6279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32247" y="2740491"/>
            <a:ext cx="3903091" cy="37984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07637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6282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28365" y="2929310"/>
            <a:ext cx="3903091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>
                <a:solidFill>
                  <a:schemeClr val="accent1"/>
                </a:solidFill>
              </a:defRPr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28365" y="3573595"/>
            <a:ext cx="3903091" cy="298229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41" name="Straight Connector 40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01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3" cy="1436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96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Picture 4" descr="A logo with blue berries&#10;&#10;AI-generated content may be incorrect.">
            <a:extLst>
              <a:ext uri="{FF2B5EF4-FFF2-40B4-BE49-F238E27FC236}">
                <a16:creationId xmlns:a16="http://schemas.microsoft.com/office/drawing/2014/main" id="{6C57EB9D-5F81-1030-B64E-3071F0F486B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9753" y="6567197"/>
            <a:ext cx="1759957" cy="989303"/>
          </a:xfrm>
          <a:prstGeom prst="rect">
            <a:avLst/>
          </a:prstGeom>
        </p:spPr>
      </p:pic>
      <p:pic>
        <p:nvPicPr>
          <p:cNvPr id="6" name="Picture 5" descr="A close-up of a logo&#10;&#10;AI-generated content may be incorrect.">
            <a:extLst>
              <a:ext uri="{FF2B5EF4-FFF2-40B4-BE49-F238E27FC236}">
                <a16:creationId xmlns:a16="http://schemas.microsoft.com/office/drawing/2014/main" id="{8E0AC622-5AD6-8CE0-1675-60E7267506B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80500" y="6673850"/>
            <a:ext cx="1442724" cy="756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687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529959"/>
            <a:ext cx="2966644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8184" y="1082165"/>
            <a:ext cx="4508839" cy="539217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8" y="3339785"/>
            <a:ext cx="2966644" cy="2686760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495095" y="3209180"/>
            <a:ext cx="2729009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90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2075704"/>
            <a:ext cx="4247658" cy="1511300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61312" y="1138139"/>
            <a:ext cx="3425844" cy="5280224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3587004"/>
            <a:ext cx="4247657" cy="201506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6574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5305874"/>
            <a:ext cx="7950742" cy="624461"/>
          </a:xfrm>
        </p:spPr>
        <p:txBody>
          <a:bodyPr anchor="b">
            <a:normAutofit/>
          </a:bodyPr>
          <a:lstStyle>
            <a:lvl1pPr algn="ctr">
              <a:defRPr sz="264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00154" y="1138140"/>
            <a:ext cx="8293094" cy="370362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6279" y="5930335"/>
            <a:ext cx="7950742" cy="543997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35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9" y="999240"/>
            <a:ext cx="7950742" cy="3413383"/>
          </a:xfrm>
        </p:spPr>
        <p:txBody>
          <a:bodyPr anchor="ctr">
            <a:normAutofit/>
          </a:bodyPr>
          <a:lstStyle>
            <a:lvl1pPr algn="ctr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711150"/>
            <a:ext cx="7950744" cy="176318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4" y="4561886"/>
            <a:ext cx="7725847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17839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428" y="1082164"/>
            <a:ext cx="7484737" cy="2612125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71345" y="3694288"/>
            <a:ext cx="6891300" cy="718334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83"/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6" y="4785784"/>
            <a:ext cx="7950746" cy="16885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993992" y="99757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7934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6958" y="3115894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7934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495095" y="4561886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76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83" y="3645566"/>
            <a:ext cx="7950735" cy="1618400"/>
          </a:xfrm>
        </p:spPr>
        <p:txBody>
          <a:bodyPr anchor="b">
            <a:normAutofit/>
          </a:bodyPr>
          <a:lstStyle>
            <a:lvl1pPr algn="l">
              <a:defRPr sz="352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82" y="5263966"/>
            <a:ext cx="7950737" cy="948033"/>
          </a:xfrm>
        </p:spPr>
        <p:txBody>
          <a:bodyPr anchor="t">
            <a:normAutofit/>
          </a:bodyPr>
          <a:lstStyle>
            <a:lvl1pPr marL="0" indent="0" algn="l">
              <a:buNone/>
              <a:defRPr sz="1983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23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8234" y="1082164"/>
            <a:ext cx="7396933" cy="2472190"/>
          </a:xfrm>
        </p:spPr>
        <p:txBody>
          <a:bodyPr anchor="ctr">
            <a:normAutofit/>
          </a:bodyPr>
          <a:lstStyle>
            <a:lvl1pPr algn="ctr">
              <a:defRPr sz="3526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4009983"/>
            <a:ext cx="7950737" cy="977307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4991022"/>
            <a:ext cx="7950744" cy="1483313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1026843" y="98824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46012" y="2873330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 algn="r"/>
            <a:r>
              <a:rPr lang="en-US" sz="8815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495095" y="3778250"/>
            <a:ext cx="771311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2138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6278" y="1082163"/>
            <a:ext cx="7950742" cy="252816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526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376282" y="3929380"/>
            <a:ext cx="7950737" cy="99745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204">
                <a:solidFill>
                  <a:schemeClr val="tx1"/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9" y="4925719"/>
            <a:ext cx="7950742" cy="1548616"/>
          </a:xfrm>
        </p:spPr>
        <p:txBody>
          <a:bodyPr anchor="t">
            <a:normAutofit/>
          </a:bodyPr>
          <a:lstStyle>
            <a:lvl1pPr marL="0" indent="0" algn="l">
              <a:buNone/>
              <a:defRPr sz="1763">
                <a:solidFill>
                  <a:schemeClr val="tx1"/>
                </a:solidFill>
              </a:defRPr>
            </a:lvl1pPr>
            <a:lvl2pPr marL="503789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95099" y="3778250"/>
            <a:ext cx="772584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64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78" y="2743761"/>
            <a:ext cx="7950744" cy="373057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495095" y="2594498"/>
            <a:ext cx="772584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7577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33769" y="999240"/>
            <a:ext cx="1893249" cy="54750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6281" y="999240"/>
            <a:ext cx="5748415" cy="547509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7303779" y="999240"/>
            <a:ext cx="0" cy="5475094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818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0703302" cy="75565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6279" y="1008566"/>
            <a:ext cx="7950742" cy="1436668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6278" y="2743761"/>
            <a:ext cx="7950744" cy="37958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3773" y="6567625"/>
            <a:ext cx="1342853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D8BD707-D9CF-40AE-B4C6-C98DA3205C09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6279" y="6567625"/>
            <a:ext cx="5969624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64495" y="6567625"/>
            <a:ext cx="462527" cy="307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2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20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13" r:id="rId12"/>
    <p:sldLayoutId id="2147483714" r:id="rId13"/>
    <p:sldLayoutId id="2147483715" r:id="rId14"/>
    <p:sldLayoutId id="2147483716" r:id="rId15"/>
    <p:sldLayoutId id="2147483717" r:id="rId16"/>
    <p:sldLayoutId id="2147483718" r:id="rId17"/>
    <p:sldLayoutId id="2147483719" r:id="rId18"/>
  </p:sldLayoutIdLst>
  <p:txStyles>
    <p:titleStyle>
      <a:lvl1pPr algn="ctr" defTabSz="503789" rtl="0" eaLnBrk="1" latinLnBrk="0" hangingPunct="1">
        <a:spcBef>
          <a:spcPct val="0"/>
        </a:spcBef>
        <a:buNone/>
        <a:defRPr sz="4408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14868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645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2204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322445" indent="-314868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98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700287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76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204075" indent="-188921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ct val="20000"/>
        </a:spcBef>
        <a:spcAft>
          <a:spcPts val="661"/>
        </a:spcAft>
        <a:buClr>
          <a:schemeClr val="accent1"/>
        </a:buClr>
        <a:buSzPct val="115000"/>
        <a:buFont typeface="Arial"/>
        <a:buChar char="•"/>
        <a:defRPr sz="1543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7100" y="1873250"/>
            <a:ext cx="602120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4B0082"/>
                </a:solidFill>
              </a:defRPr>
            </a:pPr>
            <a:r>
              <a:rPr lang="en-IN" sz="4400" dirty="0"/>
              <a:t>Building Simple Agents</a:t>
            </a:r>
            <a:endParaRPr sz="4400" dirty="0">
              <a:solidFill>
                <a:schemeClr val="accent4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37100" y="3292195"/>
            <a:ext cx="4413388" cy="4163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0">
                <a:solidFill>
                  <a:srgbClr val="00BFFF"/>
                </a:solidFill>
              </a:defRPr>
            </a:pPr>
            <a:r>
              <a:rPr lang="en-IN" sz="2106" dirty="0">
                <a:solidFill>
                  <a:schemeClr val="accent5"/>
                </a:solidFill>
                <a:latin typeface="Calibri"/>
              </a:rPr>
              <a:t>Build Smarter Autonomous AI Systems</a:t>
            </a:r>
            <a:endParaRPr sz="2106" dirty="0">
              <a:solidFill>
                <a:schemeClr val="accent5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50733-1B0B-17CC-15B1-94C9B59D3BE3}"/>
              </a:ext>
            </a:extLst>
          </p:cNvPr>
          <p:cNvSpPr txBox="1"/>
          <p:nvPr/>
        </p:nvSpPr>
        <p:spPr>
          <a:xfrm>
            <a:off x="3594100" y="6796364"/>
            <a:ext cx="5345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</a:defRPr>
            </a:pPr>
            <a:r>
              <a:rPr lang="en-IN" sz="1800" dirty="0">
                <a:solidFill>
                  <a:srgbClr val="323232"/>
                </a:solidFill>
                <a:latin typeface="Calibri"/>
              </a:rPr>
              <a:t>Powered by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PurpleSkill</a:t>
            </a:r>
            <a:r>
              <a:rPr lang="en-IN" sz="1800" dirty="0">
                <a:solidFill>
                  <a:srgbClr val="323232"/>
                </a:solidFill>
                <a:latin typeface="Calibri"/>
              </a:rPr>
              <a:t> &amp; </a:t>
            </a:r>
            <a:r>
              <a:rPr lang="en-IN" sz="1800" dirty="0" err="1">
                <a:solidFill>
                  <a:srgbClr val="323232"/>
                </a:solidFill>
                <a:latin typeface="Calibri"/>
              </a:rPr>
              <a:t>SpanLabs</a:t>
            </a:r>
            <a:endParaRPr lang="en-IN" sz="1800" dirty="0">
              <a:solidFill>
                <a:srgbClr val="32323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14CC7AF-236A-9684-D2AA-E59A3B5FF2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00051702"/>
              </p:ext>
            </p:extLst>
          </p:nvPr>
        </p:nvGraphicFramePr>
        <p:xfrm>
          <a:off x="1782233" y="1401939"/>
          <a:ext cx="7128933" cy="4752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Are AI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1C5A09-5A10-B082-A9D8-B327E8FB77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2868393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Do We Need Agents?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3191AA-E2EE-C719-AA58-879EEBD9D1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542638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8F5889-CF9D-2592-36DF-4D9E253A3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0650021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Diagram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F657DD-B258-EC2E-A1F5-FEE45BEEA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Oval 2"/>
          <p:cNvSpPr/>
          <p:nvPr/>
        </p:nvSpPr>
        <p:spPr>
          <a:xfrm>
            <a:off x="13165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Think</a:t>
            </a:r>
          </a:p>
        </p:txBody>
      </p:sp>
      <p:sp>
        <p:nvSpPr>
          <p:cNvPr id="4" name="Oval 3"/>
          <p:cNvSpPr/>
          <p:nvPr/>
        </p:nvSpPr>
        <p:spPr>
          <a:xfrm>
            <a:off x="3331633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Act</a:t>
            </a:r>
          </a:p>
        </p:txBody>
      </p:sp>
      <p:sp>
        <p:nvSpPr>
          <p:cNvPr id="5" name="Oval 4"/>
          <p:cNvSpPr/>
          <p:nvPr/>
        </p:nvSpPr>
        <p:spPr>
          <a:xfrm>
            <a:off x="5346700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Observe</a:t>
            </a:r>
          </a:p>
        </p:txBody>
      </p:sp>
      <p:sp>
        <p:nvSpPr>
          <p:cNvPr id="6" name="Oval 5"/>
          <p:cNvSpPr/>
          <p:nvPr/>
        </p:nvSpPr>
        <p:spPr>
          <a:xfrm>
            <a:off x="7361767" y="4142317"/>
            <a:ext cx="1511300" cy="1007533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983"/>
              <a:t>Reflect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6360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8" name="Right Arrow 7"/>
          <p:cNvSpPr/>
          <p:nvPr/>
        </p:nvSpPr>
        <p:spPr>
          <a:xfrm>
            <a:off x="4641427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  <p:sp>
        <p:nvSpPr>
          <p:cNvPr id="9" name="Right Arrow 8"/>
          <p:cNvSpPr/>
          <p:nvPr/>
        </p:nvSpPr>
        <p:spPr>
          <a:xfrm>
            <a:off x="6656494" y="4494954"/>
            <a:ext cx="1007533" cy="403013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983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Agent Loop Breakdown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9D5E93-4DB5-497F-3D6F-1305379733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3421449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Example: Stock Price Agent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8DB167-10DE-10DB-6864-ABA031D60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7751630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B73E37-897D-8C88-31EE-DCE48A96EF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734776"/>
              </p:ext>
            </p:extLst>
          </p:nvPr>
        </p:nvGraphicFramePr>
        <p:xfrm>
          <a:off x="1376363" y="2743200"/>
          <a:ext cx="7950200" cy="3795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core components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E8B4F-2CD2-A13E-6520-AD6861EE1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0496B07-4793-463A-B7DA-AADF41007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9150551"/>
              </p:ext>
            </p:extLst>
          </p:nvPr>
        </p:nvGraphicFramePr>
        <p:xfrm>
          <a:off x="1376363" y="2101851"/>
          <a:ext cx="7950200" cy="3916934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975100">
                  <a:extLst>
                    <a:ext uri="{9D8B030D-6E8A-4147-A177-3AD203B41FA5}">
                      <a16:colId xmlns:a16="http://schemas.microsoft.com/office/drawing/2014/main" val="3852888750"/>
                    </a:ext>
                  </a:extLst>
                </a:gridCol>
                <a:gridCol w="3975100">
                  <a:extLst>
                    <a:ext uri="{9D8B030D-6E8A-4147-A177-3AD203B41FA5}">
                      <a16:colId xmlns:a16="http://schemas.microsoft.com/office/drawing/2014/main" val="2842718156"/>
                    </a:ext>
                  </a:extLst>
                </a:gridCol>
              </a:tblGrid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057432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LLM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The brain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6116477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PromptTemplate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 prompts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434186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Chain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Sequence of steps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8007723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Tools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External APIs or functions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0335258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Memory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Stores past conversations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1243560"/>
                  </a:ext>
                </a:extLst>
              </a:tr>
              <a:tr h="5595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LLM that chooses tools dynamically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0723469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1F0F638E-3C40-ADD2-E650-D7065A3AC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3263900"/>
            <a:ext cx="1069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Components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18343-4D2E-063B-18C4-DDFD8597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3EFC-6D3C-BFEA-1B2C-05ABB570D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LangChain</a:t>
            </a:r>
            <a:r>
              <a:rPr dirty="0"/>
              <a:t> </a:t>
            </a:r>
            <a:r>
              <a:rPr lang="en-IN" dirty="0"/>
              <a:t>architecture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B1C27D-E54A-6F02-5E43-F6E34B39DB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7951088"/>
              </p:ext>
            </p:extLst>
          </p:nvPr>
        </p:nvGraphicFramePr>
        <p:xfrm>
          <a:off x="1917700" y="1873250"/>
          <a:ext cx="7162800" cy="41021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3485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ECB3E-336E-D0CC-5A64-53D39B554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251CC-D575-4296-1D30-D38210368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Agents in </a:t>
            </a:r>
            <a:r>
              <a:rPr lang="en-IN" dirty="0" err="1"/>
              <a:t>LangChain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845B300-59E5-C9C1-4330-019A296ACA1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5615252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7987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94E82-E6EA-404E-11DD-5A3750F76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29DA9-F0A1-0A18-AF8D-9DE713CE2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 memory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FC6A6-0F0B-70BF-1D5C-89196CB98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BEBFA55-D2FA-12FD-4E11-AEDBA0AFF5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04293"/>
              </p:ext>
            </p:extLst>
          </p:nvPr>
        </p:nvGraphicFramePr>
        <p:xfrm>
          <a:off x="1917700" y="1873250"/>
          <a:ext cx="7543800" cy="487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65732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24E330-5384-8968-0BDE-098F04B7C109}"/>
              </a:ext>
            </a:extLst>
          </p:cNvPr>
          <p:cNvSpPr txBox="1"/>
          <p:nvPr/>
        </p:nvSpPr>
        <p:spPr>
          <a:xfrm>
            <a:off x="1003300" y="118745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:</a:t>
            </a:r>
            <a:r>
              <a:rPr lang="en-US" dirty="0"/>
              <a:t> What is the primary purpose of </a:t>
            </a:r>
            <a:r>
              <a:rPr lang="en-US" b="1" dirty="0" err="1"/>
              <a:t>LangChain</a:t>
            </a:r>
            <a:r>
              <a:rPr lang="en-US" b="1" dirty="0"/>
              <a:t> Expression Language (LCEL)</a:t>
            </a:r>
            <a:r>
              <a:rPr lang="en-US" dirty="0"/>
              <a:t>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F699B11-93F9-3A98-594D-ED151D39A5D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0827207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AB029DC9-6F13-B914-E4C8-AD98D2234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B03C99-7097-6B6B-F61A-3B9F8EFDD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3607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72B74-DD06-F1D4-B6E0-670BFF0C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734586-2BFB-89E0-2A01-467E791A9EF0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BD11DA5-050E-2317-60DC-A4C7B791B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7827661"/>
              </p:ext>
            </p:extLst>
          </p:nvPr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3844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F4814-15C0-452E-77D8-F14BA009C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D4C66-C96A-19FB-4C5D-5A00308D34EF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concept is designed to give the LLM the ability to </a:t>
            </a:r>
            <a:r>
              <a:rPr lang="en-US" b="1" dirty="0"/>
              <a:t>dynamically select</a:t>
            </a:r>
            <a:r>
              <a:rPr lang="en-US" dirty="0"/>
              <a:t> which action (like calling a Google Search API) to take next?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EDD4C4-351E-6D55-29AD-924C172689A1}"/>
              </a:ext>
            </a:extLst>
          </p:cNvPr>
          <p:cNvGraphicFramePr/>
          <p:nvPr/>
        </p:nvGraphicFramePr>
        <p:xfrm>
          <a:off x="1231900" y="2178050"/>
          <a:ext cx="7543800" cy="2308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0386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9261-63E1-D190-AA74-81333ED22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B7CBB-4C3F-2B64-09A5-70A27D5BD9CA}"/>
              </a:ext>
            </a:extLst>
          </p:cNvPr>
          <p:cNvSpPr txBox="1"/>
          <p:nvPr/>
        </p:nvSpPr>
        <p:spPr>
          <a:xfrm>
            <a:off x="1003300" y="118745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are the three main modular packages in the current </a:t>
            </a:r>
            <a:r>
              <a:rPr lang="en-US" dirty="0" err="1"/>
              <a:t>LangChain</a:t>
            </a:r>
            <a:r>
              <a:rPr lang="en-US" dirty="0"/>
              <a:t> ecosystem, and what belongs in each?</a:t>
            </a: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3893B1C-3ADF-9B2E-1672-99EC534187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2607322"/>
              </p:ext>
            </p:extLst>
          </p:nvPr>
        </p:nvGraphicFramePr>
        <p:xfrm>
          <a:off x="1231900" y="2178050"/>
          <a:ext cx="7543800" cy="3733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7175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349</TotalTime>
  <Words>507</Words>
  <Application>Microsoft Office PowerPoint</Application>
  <PresentationFormat>Custom</PresentationFormat>
  <Paragraphs>107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Organic</vt:lpstr>
      <vt:lpstr>PowerPoint Presentation</vt:lpstr>
      <vt:lpstr>PowerPoint Presentation</vt:lpstr>
      <vt:lpstr>What Are AI Agents?</vt:lpstr>
      <vt:lpstr>Why Do We Need Agents?</vt:lpstr>
      <vt:lpstr>Agent Loop Basics</vt:lpstr>
      <vt:lpstr>Agent Loop Diagram</vt:lpstr>
      <vt:lpstr>Agent Loop Breakdown</vt:lpstr>
      <vt:lpstr>Example: Stock Price Agent</vt:lpstr>
      <vt:lpstr>LangChain Basics</vt:lpstr>
      <vt:lpstr>LangChain core components</vt:lpstr>
      <vt:lpstr>LangChain architecture</vt:lpstr>
      <vt:lpstr>Types of Agents in LangChain</vt:lpstr>
      <vt:lpstr>Agent memory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VISHWA</dc:creator>
  <cp:lastModifiedBy>vishwa rudra</cp:lastModifiedBy>
  <cp:revision>53</cp:revision>
  <dcterms:created xsi:type="dcterms:W3CDTF">2025-10-04T15:17:48Z</dcterms:created>
  <dcterms:modified xsi:type="dcterms:W3CDTF">2025-12-20T09:29:14Z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2025-10-04T00:00:00Z</vt:filetime>
  </property>
  <property fmtid="{D5CDD505-2E9C-101B-9397-08002B2CF9AE}" pid="3" name="LastSaved">
    <vt:filetime>2025-10-04T00:00:00Z</vt:filetime>
  </property>
  <property fmtid="{D5CDD505-2E9C-101B-9397-08002B2CF9AE}" pid="4" name="Producer">
    <vt:lpwstr>3-Heights(TM) PDF Security Shell 4.8.25.2 (http://www.pdf-tools.com)</vt:lpwstr>
  </property>
</Properties>
</file>