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ChromaDB for Agentic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Overview, Use Cases, and Comparison with FAISS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ChromaDB?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Open-source embedding database.</a:t>
            </a:r>
          </a:p>
          <a:p>
            <a:r>
              <a:t>• Designed for LLM apps, Agents, and RAG pipelines.</a:t>
            </a:r>
          </a:p>
          <a:p>
            <a:r>
              <a:t>• Built-in support for metadata filtering and high-level operations.</a:t>
            </a:r>
          </a:p>
          <a:p>
            <a:r>
              <a:t>• Provides local, persistent, and cloud-backed vector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ChromaDB for Agentic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Agents require fast retrieval of relevant knowledge.</a:t>
            </a:r>
          </a:p>
          <a:p>
            <a:r>
              <a:t>• Chroma enables semantic search with embeddings.</a:t>
            </a:r>
          </a:p>
          <a:p>
            <a:r>
              <a:t>• Supports multi-agent memory structures.</a:t>
            </a:r>
          </a:p>
          <a:p>
            <a:r>
              <a:t>• Easy integration with Python + Ollama.</a:t>
            </a:r>
          </a:p>
          <a:p>
            <a:r>
              <a:t>• Real-time updates for dynamic agent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ChromaDB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Collections → Store embeddings, documents, metadata.</a:t>
            </a:r>
          </a:p>
          <a:p>
            <a:r>
              <a:t>• Embedding Functions → OpenAI, Ollama, custom.</a:t>
            </a:r>
          </a:p>
          <a:p>
            <a:r>
              <a:t>• Persistent storage (SQLite+Parquet).</a:t>
            </a:r>
          </a:p>
          <a:p>
            <a:r>
              <a:t>• Query engine for similarity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+ Ollama + Chroma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chromadb import Client</a:t>
            </a:r>
          </a:p>
          <a:p>
            <a:r>
              <a:t>import ollama</a:t>
            </a:r>
          </a:p>
          <a:p/>
          <a:p>
            <a:r>
              <a:t>client = Client()</a:t>
            </a:r>
          </a:p>
          <a:p>
            <a:r>
              <a:t>collection = client.create_collection('agent_memory')</a:t>
            </a:r>
          </a:p>
          <a:p/>
          <a:p>
            <a:r>
              <a:t>emb = ollama.embeddings(model='nomic-embed-text', prompt='Agent message')</a:t>
            </a:r>
          </a:p>
          <a:p>
            <a:r>
              <a:t>collection.add(documents=['Agent message'], embeddings=[emb['embedding']], ids=['1'])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FAISS?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Facebook AI Similarity Search.</a:t>
            </a:r>
          </a:p>
          <a:p>
            <a:r>
              <a:t>• High-performance vector search library.</a:t>
            </a:r>
          </a:p>
          <a:p>
            <a:r>
              <a:t>• Optimized for large datasets.</a:t>
            </a:r>
          </a:p>
          <a:p>
            <a:r>
              <a:t>• Supports GPU acceleration.</a:t>
            </a:r>
          </a:p>
          <a:p>
            <a:r>
              <a:t>• Library only — No built-in metadata or DB 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ChromaDB vs FAISS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ChromaDB:</a:t>
            </a:r>
          </a:p>
          <a:p>
            <a:r>
              <a:t>• Full vector database</a:t>
            </a:r>
          </a:p>
          <a:p>
            <a:r>
              <a:t>• Metadata filtering</a:t>
            </a:r>
          </a:p>
          <a:p>
            <a:r>
              <a:t>• Persistence out of the box</a:t>
            </a:r>
          </a:p>
          <a:p>
            <a:r>
              <a:t>• Easy for agents and RAG</a:t>
            </a:r>
          </a:p>
          <a:p/>
          <a:p>
            <a:r>
              <a:t>FAISS:</a:t>
            </a:r>
          </a:p>
          <a:p>
            <a:r>
              <a:t>• Fast, low-level vector index</a:t>
            </a:r>
          </a:p>
          <a:p>
            <a:r>
              <a:t>• No metadata or persistence</a:t>
            </a:r>
          </a:p>
          <a:p>
            <a:r>
              <a:t>• Best for huge vector sets</a:t>
            </a:r>
          </a:p>
          <a:p>
            <a:r>
              <a:t>• Requires custom wrapper for DB functionality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to Use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ChromaDB When:</a:t>
            </a:r>
          </a:p>
          <a:p>
            <a:r>
              <a:t>• You need metadata search</a:t>
            </a:r>
          </a:p>
          <a:p>
            <a:r>
              <a:t>• You want persistent agent memory</a:t>
            </a:r>
          </a:p>
          <a:p>
            <a:r>
              <a:t>• You are building Agentic/RAG apps quickly</a:t>
            </a:r>
          </a:p>
          <a:p/>
          <a:p>
            <a:r>
              <a:t>Use FAISS When:</a:t>
            </a:r>
          </a:p>
          <a:p>
            <a:r>
              <a:t>• You need speed at massive scale</a:t>
            </a:r>
          </a:p>
          <a:p>
            <a:r>
              <a:t>• You can manage metadata + storage externally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AI with ChromaDB -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Agent generates message</a:t>
            </a:r>
          </a:p>
          <a:p>
            <a:r>
              <a:t>2. Message converted to embeddings (Ollama)</a:t>
            </a:r>
          </a:p>
          <a:p>
            <a:r>
              <a:t>3. Stored in Chroma collection</a:t>
            </a:r>
          </a:p>
          <a:p>
            <a:r>
              <a:t>4. Similar past contexts retrieved</a:t>
            </a:r>
          </a:p>
          <a:p>
            <a:r>
              <a:t>5. Agent decides next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