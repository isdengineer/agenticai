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2" r:id="rId1"/>
  </p:sldMasterIdLst>
  <p:notesMasterIdLst>
    <p:notesMasterId r:id="rId9"/>
  </p:notesMasterIdLst>
  <p:sldIdLst>
    <p:sldId id="286" r:id="rId2"/>
    <p:sldId id="284" r:id="rId3"/>
    <p:sldId id="256" r:id="rId4"/>
    <p:sldId id="287" r:id="rId5"/>
    <p:sldId id="257" r:id="rId6"/>
    <p:sldId id="258" r:id="rId7"/>
    <p:sldId id="259" r:id="rId8"/>
  </p:sldIdLst>
  <p:sldSz cx="10693400" cy="7556500"/>
  <p:notesSz cx="10693400" cy="7556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387"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ADC42E-D92D-4CE3-B515-AB4674633F0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3530723-DC20-49DC-BDF1-C327B49DB98B}">
      <dgm:prSet phldrT="[Text]" phldr="0"/>
      <dgm:spPr/>
      <dgm:t>
        <a:bodyPr/>
        <a:lstStyle/>
        <a:p>
          <a:r>
            <a:rPr lang="en-IN" dirty="0"/>
            <a:t>MCP introduction</a:t>
          </a:r>
        </a:p>
      </dgm:t>
    </dgm:pt>
    <dgm:pt modelId="{0EA4A2A1-619F-4294-9CC4-83E8E77830BF}" type="parTrans" cxnId="{0A1E4A40-68AC-4739-A954-81089F741E9D}">
      <dgm:prSet/>
      <dgm:spPr/>
      <dgm:t>
        <a:bodyPr/>
        <a:lstStyle/>
        <a:p>
          <a:endParaRPr lang="en-IN"/>
        </a:p>
      </dgm:t>
    </dgm:pt>
    <dgm:pt modelId="{3FA4A193-E0A3-407D-8D9A-10FCCD2B83EF}" type="sibTrans" cxnId="{0A1E4A40-68AC-4739-A954-81089F741E9D}">
      <dgm:prSet/>
      <dgm:spPr/>
      <dgm:t>
        <a:bodyPr/>
        <a:lstStyle/>
        <a:p>
          <a:endParaRPr lang="en-IN"/>
        </a:p>
      </dgm:t>
    </dgm:pt>
    <dgm:pt modelId="{25E7F788-2116-4913-A5B0-9A5B707088EF}">
      <dgm:prSet phldrT="[Text]" phldr="0"/>
      <dgm:spPr/>
      <dgm:t>
        <a:bodyPr/>
        <a:lstStyle/>
        <a:p>
          <a:r>
            <a:rPr lang="en-IN"/>
            <a:t>Use cases</a:t>
          </a:r>
          <a:endParaRPr lang="en-IN" dirty="0"/>
        </a:p>
      </dgm:t>
    </dgm:pt>
    <dgm:pt modelId="{78986207-F0FC-4DC8-BDFB-4DD99CD0D31E}" type="parTrans" cxnId="{8A5EDB50-6CA1-4B7E-85DF-D2ECFCA705A0}">
      <dgm:prSet/>
      <dgm:spPr/>
    </dgm:pt>
    <dgm:pt modelId="{9C2759F8-2513-4881-B955-8FD6769AD93E}" type="sibTrans" cxnId="{8A5EDB50-6CA1-4B7E-85DF-D2ECFCA705A0}">
      <dgm:prSet/>
      <dgm:spPr/>
    </dgm:pt>
    <dgm:pt modelId="{BD18783E-6D04-4A3E-834F-C1539812ED22}" type="pres">
      <dgm:prSet presAssocID="{A3ADC42E-D92D-4CE3-B515-AB4674633F03}" presName="linear" presStyleCnt="0">
        <dgm:presLayoutVars>
          <dgm:animLvl val="lvl"/>
          <dgm:resizeHandles val="exact"/>
        </dgm:presLayoutVars>
      </dgm:prSet>
      <dgm:spPr/>
    </dgm:pt>
    <dgm:pt modelId="{5001E592-11D5-4BFB-8AFD-90D8F5F51859}" type="pres">
      <dgm:prSet presAssocID="{33530723-DC20-49DC-BDF1-C327B49DB98B}" presName="parentText" presStyleLbl="node1" presStyleIdx="0" presStyleCnt="2">
        <dgm:presLayoutVars>
          <dgm:chMax val="0"/>
          <dgm:bulletEnabled val="1"/>
        </dgm:presLayoutVars>
      </dgm:prSet>
      <dgm:spPr/>
    </dgm:pt>
    <dgm:pt modelId="{6DDF807D-1351-45E9-BB2E-106E7C99C3A6}" type="pres">
      <dgm:prSet presAssocID="{3FA4A193-E0A3-407D-8D9A-10FCCD2B83EF}" presName="spacer" presStyleCnt="0"/>
      <dgm:spPr/>
    </dgm:pt>
    <dgm:pt modelId="{808B36CB-C2C2-4F54-9460-1ED14955E590}" type="pres">
      <dgm:prSet presAssocID="{25E7F788-2116-4913-A5B0-9A5B707088EF}" presName="parentText" presStyleLbl="node1" presStyleIdx="1" presStyleCnt="2">
        <dgm:presLayoutVars>
          <dgm:chMax val="0"/>
          <dgm:bulletEnabled val="1"/>
        </dgm:presLayoutVars>
      </dgm:prSet>
      <dgm:spPr/>
    </dgm:pt>
  </dgm:ptLst>
  <dgm:cxnLst>
    <dgm:cxn modelId="{0A1E4A40-68AC-4739-A954-81089F741E9D}" srcId="{A3ADC42E-D92D-4CE3-B515-AB4674633F03}" destId="{33530723-DC20-49DC-BDF1-C327B49DB98B}" srcOrd="0" destOrd="0" parTransId="{0EA4A2A1-619F-4294-9CC4-83E8E77830BF}" sibTransId="{3FA4A193-E0A3-407D-8D9A-10FCCD2B83EF}"/>
    <dgm:cxn modelId="{CB50085D-B9CF-499E-BEA8-D24230CFBA37}" type="presOf" srcId="{33530723-DC20-49DC-BDF1-C327B49DB98B}" destId="{5001E592-11D5-4BFB-8AFD-90D8F5F51859}" srcOrd="0" destOrd="0" presId="urn:microsoft.com/office/officeart/2005/8/layout/vList2"/>
    <dgm:cxn modelId="{8A5EDB50-6CA1-4B7E-85DF-D2ECFCA705A0}" srcId="{A3ADC42E-D92D-4CE3-B515-AB4674633F03}" destId="{25E7F788-2116-4913-A5B0-9A5B707088EF}" srcOrd="1" destOrd="0" parTransId="{78986207-F0FC-4DC8-BDFB-4DD99CD0D31E}" sibTransId="{9C2759F8-2513-4881-B955-8FD6769AD93E}"/>
    <dgm:cxn modelId="{747F4BD6-7E61-4EBA-A6E7-84CD6E5B5635}" type="presOf" srcId="{25E7F788-2116-4913-A5B0-9A5B707088EF}" destId="{808B36CB-C2C2-4F54-9460-1ED14955E590}" srcOrd="0" destOrd="0" presId="urn:microsoft.com/office/officeart/2005/8/layout/vList2"/>
    <dgm:cxn modelId="{14CBDDE2-2162-4BD5-8576-FAE4B3C65708}" type="presOf" srcId="{A3ADC42E-D92D-4CE3-B515-AB4674633F03}" destId="{BD18783E-6D04-4A3E-834F-C1539812ED22}" srcOrd="0" destOrd="0" presId="urn:microsoft.com/office/officeart/2005/8/layout/vList2"/>
    <dgm:cxn modelId="{55E77285-0F8E-4889-BB84-6E35A27A2793}" type="presParOf" srcId="{BD18783E-6D04-4A3E-834F-C1539812ED22}" destId="{5001E592-11D5-4BFB-8AFD-90D8F5F51859}" srcOrd="0" destOrd="0" presId="urn:microsoft.com/office/officeart/2005/8/layout/vList2"/>
    <dgm:cxn modelId="{286ED1FD-9B98-47DC-B447-73D808997162}" type="presParOf" srcId="{BD18783E-6D04-4A3E-834F-C1539812ED22}" destId="{6DDF807D-1351-45E9-BB2E-106E7C99C3A6}" srcOrd="1" destOrd="0" presId="urn:microsoft.com/office/officeart/2005/8/layout/vList2"/>
    <dgm:cxn modelId="{476432B1-510E-491A-927B-33BA2386EF3F}" type="presParOf" srcId="{BD18783E-6D04-4A3E-834F-C1539812ED22}" destId="{808B36CB-C2C2-4F54-9460-1ED14955E590}"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01E592-11D5-4BFB-8AFD-90D8F5F51859}">
      <dsp:nvSpPr>
        <dsp:cNvPr id="0" name=""/>
        <dsp:cNvSpPr/>
      </dsp:nvSpPr>
      <dsp:spPr>
        <a:xfrm>
          <a:off x="0" y="761710"/>
          <a:ext cx="7128933" cy="15210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IN" sz="6500" kern="1200" dirty="0"/>
            <a:t>MCP introduction</a:t>
          </a:r>
        </a:p>
      </dsp:txBody>
      <dsp:txXfrm>
        <a:off x="74249" y="835959"/>
        <a:ext cx="6980435" cy="1372502"/>
      </dsp:txXfrm>
    </dsp:sp>
    <dsp:sp modelId="{808B36CB-C2C2-4F54-9460-1ED14955E590}">
      <dsp:nvSpPr>
        <dsp:cNvPr id="0" name=""/>
        <dsp:cNvSpPr/>
      </dsp:nvSpPr>
      <dsp:spPr>
        <a:xfrm>
          <a:off x="0" y="2469911"/>
          <a:ext cx="7128933" cy="15210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l" defTabSz="2889250">
            <a:lnSpc>
              <a:spcPct val="90000"/>
            </a:lnSpc>
            <a:spcBef>
              <a:spcPct val="0"/>
            </a:spcBef>
            <a:spcAft>
              <a:spcPct val="35000"/>
            </a:spcAft>
            <a:buNone/>
          </a:pPr>
          <a:r>
            <a:rPr lang="en-IN" sz="6500" kern="1200"/>
            <a:t>Use cases</a:t>
          </a:r>
          <a:endParaRPr lang="en-IN" sz="6500" kern="1200" dirty="0"/>
        </a:p>
      </dsp:txBody>
      <dsp:txXfrm>
        <a:off x="74249" y="2544160"/>
        <a:ext cx="6980435" cy="13725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3B2477CB-E0AE-4281-99AD-4E48B34E3FDC}" type="datetimeFigureOut">
              <a:rPr lang="en-IN" smtClean="0"/>
              <a:t>05-12-2025</a:t>
            </a:fld>
            <a:endParaRPr lang="en-IN"/>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15FE0340-0FD0-49F3-BC20-FAFB939F882F}" type="slidenum">
              <a:rPr lang="en-IN" smtClean="0"/>
              <a:t>‹#›</a:t>
            </a:fld>
            <a:endParaRPr lang="en-IN"/>
          </a:p>
        </p:txBody>
      </p:sp>
    </p:spTree>
    <p:extLst>
      <p:ext uri="{BB962C8B-B14F-4D97-AF65-F5344CB8AC3E}">
        <p14:creationId xmlns:p14="http://schemas.microsoft.com/office/powerpoint/2010/main" val="3736697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10694192" cy="75565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2247595" y="1996405"/>
            <a:ext cx="6208424" cy="1669893"/>
          </a:xfrm>
        </p:spPr>
        <p:txBody>
          <a:bodyPr anchor="b">
            <a:noAutofit/>
          </a:bodyPr>
          <a:lstStyle>
            <a:lvl1pPr algn="ctr">
              <a:defRPr sz="5289">
                <a:effectLst/>
              </a:defRPr>
            </a:lvl1pPr>
          </a:lstStyle>
          <a:p>
            <a:r>
              <a:rPr lang="en-US"/>
              <a:t>Click to edit Master title style</a:t>
            </a:r>
            <a:endParaRPr lang="en-US" dirty="0"/>
          </a:p>
        </p:txBody>
      </p:sp>
      <p:sp>
        <p:nvSpPr>
          <p:cNvPr id="3" name="Subtitle 2"/>
          <p:cNvSpPr>
            <a:spLocks noGrp="1"/>
          </p:cNvSpPr>
          <p:nvPr>
            <p:ph type="subTitle" idx="1"/>
          </p:nvPr>
        </p:nvSpPr>
        <p:spPr>
          <a:xfrm>
            <a:off x="2247595" y="3964824"/>
            <a:ext cx="6208424" cy="1517967"/>
          </a:xfrm>
        </p:spPr>
        <p:txBody>
          <a:bodyPr anchor="t">
            <a:normAutofit/>
          </a:bodyPr>
          <a:lstStyle>
            <a:lvl1pPr marL="0" indent="0" algn="ctr">
              <a:buNone/>
              <a:defRPr sz="2204">
                <a:solidFill>
                  <a:schemeClr val="tx1"/>
                </a:solidFill>
              </a:defRPr>
            </a:lvl1pPr>
            <a:lvl2pPr marL="503789" indent="0" algn="ctr">
              <a:buNone/>
              <a:defRPr>
                <a:solidFill>
                  <a:schemeClr val="tx1">
                    <a:tint val="75000"/>
                  </a:schemeClr>
                </a:solidFill>
              </a:defRPr>
            </a:lvl2pPr>
            <a:lvl3pPr marL="1007577" indent="0" algn="ctr">
              <a:buNone/>
              <a:defRPr>
                <a:solidFill>
                  <a:schemeClr val="tx1">
                    <a:tint val="75000"/>
                  </a:schemeClr>
                </a:solidFill>
              </a:defRPr>
            </a:lvl3pPr>
            <a:lvl4pPr marL="1511366" indent="0" algn="ctr">
              <a:buNone/>
              <a:defRPr>
                <a:solidFill>
                  <a:schemeClr val="tx1">
                    <a:tint val="75000"/>
                  </a:schemeClr>
                </a:solidFill>
              </a:defRPr>
            </a:lvl4pPr>
            <a:lvl5pPr marL="2015155" indent="0" algn="ctr">
              <a:buNone/>
              <a:defRPr>
                <a:solidFill>
                  <a:schemeClr val="tx1">
                    <a:tint val="75000"/>
                  </a:schemeClr>
                </a:solidFill>
              </a:defRPr>
            </a:lvl5pPr>
            <a:lvl6pPr marL="2518943" indent="0" algn="ctr">
              <a:buNone/>
              <a:defRPr>
                <a:solidFill>
                  <a:schemeClr val="tx1">
                    <a:tint val="75000"/>
                  </a:schemeClr>
                </a:solidFill>
              </a:defRPr>
            </a:lvl6pPr>
            <a:lvl7pPr marL="3022732" indent="0" algn="ctr">
              <a:buNone/>
              <a:defRPr>
                <a:solidFill>
                  <a:schemeClr val="tx1">
                    <a:tint val="75000"/>
                  </a:schemeClr>
                </a:solidFill>
              </a:defRPr>
            </a:lvl7pPr>
            <a:lvl8pPr marL="3526521" indent="0" algn="ctr">
              <a:buNone/>
              <a:defRPr>
                <a:solidFill>
                  <a:schemeClr val="tx1">
                    <a:tint val="75000"/>
                  </a:schemeClr>
                </a:solidFill>
              </a:defRPr>
            </a:lvl8pPr>
            <a:lvl9pPr marL="40303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093168" y="5569423"/>
            <a:ext cx="787359" cy="307857"/>
          </a:xfrm>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a:xfrm>
            <a:off x="2247595" y="5569423"/>
            <a:ext cx="4753628" cy="307857"/>
          </a:xfrm>
        </p:spPr>
        <p:txBody>
          <a:bodyPr/>
          <a:lstStyle/>
          <a:p>
            <a:endParaRPr lang="en-IN"/>
          </a:p>
        </p:txBody>
      </p:sp>
      <p:sp>
        <p:nvSpPr>
          <p:cNvPr id="6" name="Slide Number Placeholder 5"/>
          <p:cNvSpPr>
            <a:spLocks noGrp="1"/>
          </p:cNvSpPr>
          <p:nvPr>
            <p:ph type="sldNum" sz="quarter" idx="12"/>
          </p:nvPr>
        </p:nvSpPr>
        <p:spPr>
          <a:xfrm>
            <a:off x="7972474" y="5569423"/>
            <a:ext cx="483545" cy="307857"/>
          </a:xfrm>
        </p:spPr>
        <p:txBody>
          <a:bodyPr/>
          <a:lstStyle/>
          <a:p>
            <a:fld id="{B6F15528-21DE-4FAA-801E-634DDDAF4B2B}" type="slidenum">
              <a:rPr lang="en-IN" smtClean="0"/>
              <a:t>‹#›</a:t>
            </a:fld>
            <a:endParaRPr lang="en-IN"/>
          </a:p>
        </p:txBody>
      </p:sp>
      <p:cxnSp>
        <p:nvCxnSpPr>
          <p:cNvPr id="15" name="Straight Connector 14"/>
          <p:cNvCxnSpPr/>
          <p:nvPr/>
        </p:nvCxnSpPr>
        <p:spPr>
          <a:xfrm>
            <a:off x="2362073" y="3824890"/>
            <a:ext cx="59794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1922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495094" y="2596249"/>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03962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6E7B2-5757-84C8-027D-B9D207CF57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24AC01-6A86-F68C-130D-9EF6BD492B7F}"/>
              </a:ext>
            </a:extLst>
          </p:cNvPr>
          <p:cNvSpPr>
            <a:spLocks noGrp="1"/>
          </p:cNvSpPr>
          <p:nvPr>
            <p:ph type="dt" sz="half" idx="10"/>
          </p:nvPr>
        </p:nvSpPr>
        <p:spPr/>
        <p:txBody>
          <a:bodyPr/>
          <a:lstStyle/>
          <a:p>
            <a:fld id="{1D8BD707-D9CF-40AE-B4C6-C98DA3205C09}" type="datetimeFigureOut">
              <a:rPr lang="en-US" smtClean="0"/>
              <a:t>12/5/2025</a:t>
            </a:fld>
            <a:endParaRPr lang="en-US"/>
          </a:p>
        </p:txBody>
      </p:sp>
      <p:sp>
        <p:nvSpPr>
          <p:cNvPr id="4" name="Footer Placeholder 3">
            <a:extLst>
              <a:ext uri="{FF2B5EF4-FFF2-40B4-BE49-F238E27FC236}">
                <a16:creationId xmlns:a16="http://schemas.microsoft.com/office/drawing/2014/main" id="{DAE702E7-4504-0CCE-A93D-256447F79A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BF612D-5772-9532-CCC8-EFDB7139EFDD}"/>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6671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5094" y="1808594"/>
            <a:ext cx="7713111" cy="2008140"/>
          </a:xfrm>
        </p:spPr>
        <p:txBody>
          <a:bodyPr anchor="b">
            <a:normAutofit/>
          </a:bodyPr>
          <a:lstStyle>
            <a:lvl1pPr algn="ctr">
              <a:defRPr sz="4408" b="0" cap="none"/>
            </a:lvl1pPr>
          </a:lstStyle>
          <a:p>
            <a:r>
              <a:rPr lang="en-US"/>
              <a:t>Click to edit Master title style</a:t>
            </a:r>
            <a:endParaRPr lang="en-US" dirty="0"/>
          </a:p>
        </p:txBody>
      </p:sp>
      <p:sp>
        <p:nvSpPr>
          <p:cNvPr id="3" name="Text Placeholder 2"/>
          <p:cNvSpPr>
            <a:spLocks noGrp="1"/>
          </p:cNvSpPr>
          <p:nvPr>
            <p:ph type="body" idx="1"/>
          </p:nvPr>
        </p:nvSpPr>
        <p:spPr>
          <a:xfrm>
            <a:off x="1495094" y="4115262"/>
            <a:ext cx="7713111" cy="1201035"/>
          </a:xfrm>
        </p:spPr>
        <p:txBody>
          <a:bodyPr anchor="t">
            <a:normAutofit/>
          </a:bodyPr>
          <a:lstStyle>
            <a:lvl1pPr marL="0" indent="0" algn="ctr">
              <a:buNone/>
              <a:defRPr sz="2645">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31" name="Straight Connector 30"/>
          <p:cNvCxnSpPr/>
          <p:nvPr/>
        </p:nvCxnSpPr>
        <p:spPr>
          <a:xfrm>
            <a:off x="1495096" y="3965997"/>
            <a:ext cx="771310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8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495094" y="2596249"/>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376279" y="1008566"/>
            <a:ext cx="7950742" cy="14366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76279" y="2740491"/>
            <a:ext cx="3903091" cy="37984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32247" y="2740491"/>
            <a:ext cx="3903091" cy="37984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5076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76282" y="2929310"/>
            <a:ext cx="3903091" cy="634955"/>
          </a:xfrm>
        </p:spPr>
        <p:txBody>
          <a:bodyPr anchor="b">
            <a:noAutofit/>
          </a:bodyPr>
          <a:lstStyle>
            <a:lvl1pPr marL="0" indent="0">
              <a:buNone/>
              <a:defRPr sz="2645" b="0">
                <a:solidFill>
                  <a:schemeClr val="accent1"/>
                </a:solidFill>
              </a:defRPr>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n-US"/>
              <a:t>Click to edit Master text styles</a:t>
            </a:r>
          </a:p>
        </p:txBody>
      </p:sp>
      <p:sp>
        <p:nvSpPr>
          <p:cNvPr id="4" name="Content Placeholder 3"/>
          <p:cNvSpPr>
            <a:spLocks noGrp="1"/>
          </p:cNvSpPr>
          <p:nvPr>
            <p:ph sz="half" idx="2"/>
          </p:nvPr>
        </p:nvSpPr>
        <p:spPr>
          <a:xfrm>
            <a:off x="1376282" y="3573595"/>
            <a:ext cx="3903091" cy="298229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28365" y="2929310"/>
            <a:ext cx="3903091" cy="634955"/>
          </a:xfrm>
        </p:spPr>
        <p:txBody>
          <a:bodyPr anchor="b">
            <a:noAutofit/>
          </a:bodyPr>
          <a:lstStyle>
            <a:lvl1pPr marL="0" indent="0">
              <a:buNone/>
              <a:defRPr sz="2645" b="0">
                <a:solidFill>
                  <a:schemeClr val="accent1"/>
                </a:solidFill>
              </a:defRPr>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n-US"/>
              <a:t>Click to edit Master text styles</a:t>
            </a:r>
          </a:p>
        </p:txBody>
      </p:sp>
      <p:sp>
        <p:nvSpPr>
          <p:cNvPr id="6" name="Content Placeholder 5"/>
          <p:cNvSpPr>
            <a:spLocks noGrp="1"/>
          </p:cNvSpPr>
          <p:nvPr>
            <p:ph sz="quarter" idx="4"/>
          </p:nvPr>
        </p:nvSpPr>
        <p:spPr>
          <a:xfrm>
            <a:off x="5428365" y="3573595"/>
            <a:ext cx="3903091" cy="298229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cxnSp>
        <p:nvCxnSpPr>
          <p:cNvPr id="41" name="Straight Connector 40"/>
          <p:cNvCxnSpPr/>
          <p:nvPr/>
        </p:nvCxnSpPr>
        <p:spPr>
          <a:xfrm>
            <a:off x="1495095" y="2594498"/>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01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76279" y="1008566"/>
            <a:ext cx="7950743" cy="1436668"/>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495095" y="2594498"/>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0396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pic>
        <p:nvPicPr>
          <p:cNvPr id="5" name="Picture 4" descr="A logo with blue berries&#10;&#10;AI-generated content may be incorrect.">
            <a:extLst>
              <a:ext uri="{FF2B5EF4-FFF2-40B4-BE49-F238E27FC236}">
                <a16:creationId xmlns:a16="http://schemas.microsoft.com/office/drawing/2014/main" id="{6C57EB9D-5F81-1030-B64E-3071F0F486B3}"/>
              </a:ext>
            </a:extLst>
          </p:cNvPr>
          <p:cNvPicPr>
            <a:picLocks noChangeAspect="1"/>
          </p:cNvPicPr>
          <p:nvPr userDrawn="1"/>
        </p:nvPicPr>
        <p:blipFill>
          <a:blip r:embed="rId2"/>
          <a:stretch>
            <a:fillRect/>
          </a:stretch>
        </p:blipFill>
        <p:spPr>
          <a:xfrm>
            <a:off x="159753" y="6567197"/>
            <a:ext cx="1759957" cy="989303"/>
          </a:xfrm>
          <a:prstGeom prst="rect">
            <a:avLst/>
          </a:prstGeom>
        </p:spPr>
      </p:pic>
      <p:pic>
        <p:nvPicPr>
          <p:cNvPr id="6" name="Picture 5" descr="A close-up of a logo&#10;&#10;AI-generated content may be incorrect.">
            <a:extLst>
              <a:ext uri="{FF2B5EF4-FFF2-40B4-BE49-F238E27FC236}">
                <a16:creationId xmlns:a16="http://schemas.microsoft.com/office/drawing/2014/main" id="{8E0AC622-5AD6-8CE0-1675-60E7267506B8}"/>
              </a:ext>
            </a:extLst>
          </p:cNvPr>
          <p:cNvPicPr>
            <a:picLocks noChangeAspect="1"/>
          </p:cNvPicPr>
          <p:nvPr userDrawn="1"/>
        </p:nvPicPr>
        <p:blipFill>
          <a:blip r:embed="rId3"/>
          <a:stretch>
            <a:fillRect/>
          </a:stretch>
        </p:blipFill>
        <p:spPr>
          <a:xfrm>
            <a:off x="9080500" y="6673850"/>
            <a:ext cx="1442724" cy="756251"/>
          </a:xfrm>
          <a:prstGeom prst="rect">
            <a:avLst/>
          </a:prstGeom>
        </p:spPr>
      </p:pic>
    </p:spTree>
    <p:extLst>
      <p:ext uri="{BB962C8B-B14F-4D97-AF65-F5344CB8AC3E}">
        <p14:creationId xmlns:p14="http://schemas.microsoft.com/office/powerpoint/2010/main" val="2945687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278" y="1529959"/>
            <a:ext cx="2966644" cy="1511300"/>
          </a:xfrm>
        </p:spPr>
        <p:txBody>
          <a:bodyPr anchor="b">
            <a:normAutofit/>
          </a:bodyPr>
          <a:lstStyle>
            <a:lvl1pPr algn="ctr">
              <a:defRPr sz="2645" b="0"/>
            </a:lvl1pPr>
          </a:lstStyle>
          <a:p>
            <a:r>
              <a:rPr lang="en-US"/>
              <a:t>Click to edit Master title style</a:t>
            </a:r>
            <a:endParaRPr lang="en-US" dirty="0"/>
          </a:p>
        </p:txBody>
      </p:sp>
      <p:sp>
        <p:nvSpPr>
          <p:cNvPr id="3" name="Content Placeholder 2"/>
          <p:cNvSpPr>
            <a:spLocks noGrp="1"/>
          </p:cNvSpPr>
          <p:nvPr>
            <p:ph idx="1"/>
          </p:nvPr>
        </p:nvSpPr>
        <p:spPr>
          <a:xfrm>
            <a:off x="4818184" y="1082165"/>
            <a:ext cx="4508839" cy="5392171"/>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76278" y="3339785"/>
            <a:ext cx="2966644" cy="2686760"/>
          </a:xfrm>
        </p:spPr>
        <p:txBody>
          <a:bodyPr anchor="t">
            <a:normAutofit/>
          </a:bodyPr>
          <a:lstStyle>
            <a:lvl1pPr marL="0" indent="0" algn="ctr">
              <a:buNone/>
              <a:defRPr sz="1763"/>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1495095" y="3209180"/>
            <a:ext cx="272900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4907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278" y="2075704"/>
            <a:ext cx="4247658" cy="1511300"/>
          </a:xfrm>
        </p:spPr>
        <p:txBody>
          <a:bodyPr anchor="b">
            <a:normAutofit/>
          </a:bodyPr>
          <a:lstStyle>
            <a:lvl1pPr algn="ctr">
              <a:defRPr sz="2645"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61312" y="1138139"/>
            <a:ext cx="3425844" cy="5280224"/>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763"/>
            </a:lvl1pPr>
            <a:lvl2pPr marL="503789" indent="0">
              <a:buNone/>
              <a:defRPr sz="1763"/>
            </a:lvl2pPr>
            <a:lvl3pPr marL="1007577" indent="0">
              <a:buNone/>
              <a:defRPr sz="1763"/>
            </a:lvl3pPr>
            <a:lvl4pPr marL="1511366" indent="0">
              <a:buNone/>
              <a:defRPr sz="1763"/>
            </a:lvl4pPr>
            <a:lvl5pPr marL="2015155" indent="0">
              <a:buNone/>
              <a:defRPr sz="1763"/>
            </a:lvl5pPr>
            <a:lvl6pPr marL="2518943" indent="0">
              <a:buNone/>
              <a:defRPr sz="1763"/>
            </a:lvl6pPr>
            <a:lvl7pPr marL="3022732" indent="0">
              <a:buNone/>
              <a:defRPr sz="1763"/>
            </a:lvl7pPr>
            <a:lvl8pPr marL="3526521" indent="0">
              <a:buNone/>
              <a:defRPr sz="1763"/>
            </a:lvl8pPr>
            <a:lvl9pPr marL="4030309" indent="0">
              <a:buNone/>
              <a:defRPr sz="1763"/>
            </a:lvl9pPr>
          </a:lstStyle>
          <a:p>
            <a:r>
              <a:rPr lang="en-US"/>
              <a:t>Click icon to add picture</a:t>
            </a:r>
            <a:endParaRPr lang="en-US" dirty="0"/>
          </a:p>
        </p:txBody>
      </p:sp>
      <p:sp>
        <p:nvSpPr>
          <p:cNvPr id="4" name="Text Placeholder 3"/>
          <p:cNvSpPr>
            <a:spLocks noGrp="1"/>
          </p:cNvSpPr>
          <p:nvPr>
            <p:ph type="body" sz="half" idx="2"/>
          </p:nvPr>
        </p:nvSpPr>
        <p:spPr>
          <a:xfrm>
            <a:off x="1376279" y="3587004"/>
            <a:ext cx="4247657" cy="2015067"/>
          </a:xfrm>
        </p:spPr>
        <p:txBody>
          <a:bodyPr anchor="t">
            <a:normAutofit/>
          </a:bodyPr>
          <a:lstStyle>
            <a:lvl1pPr marL="0" indent="0" algn="ctr">
              <a:buNone/>
              <a:defRPr sz="1763"/>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96574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279" y="5305874"/>
            <a:ext cx="7950742" cy="624461"/>
          </a:xfrm>
        </p:spPr>
        <p:txBody>
          <a:bodyPr anchor="b">
            <a:normAutofit/>
          </a:bodyPr>
          <a:lstStyle>
            <a:lvl1pPr algn="ctr">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00154" y="1138140"/>
            <a:ext cx="8293094" cy="3703620"/>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763"/>
            </a:lvl1pPr>
            <a:lvl2pPr marL="503789" indent="0">
              <a:buNone/>
              <a:defRPr sz="1763"/>
            </a:lvl2pPr>
            <a:lvl3pPr marL="1007577" indent="0">
              <a:buNone/>
              <a:defRPr sz="1763"/>
            </a:lvl3pPr>
            <a:lvl4pPr marL="1511366" indent="0">
              <a:buNone/>
              <a:defRPr sz="1763"/>
            </a:lvl4pPr>
            <a:lvl5pPr marL="2015155" indent="0">
              <a:buNone/>
              <a:defRPr sz="1763"/>
            </a:lvl5pPr>
            <a:lvl6pPr marL="2518943" indent="0">
              <a:buNone/>
              <a:defRPr sz="1763"/>
            </a:lvl6pPr>
            <a:lvl7pPr marL="3022732" indent="0">
              <a:buNone/>
              <a:defRPr sz="1763"/>
            </a:lvl7pPr>
            <a:lvl8pPr marL="3526521" indent="0">
              <a:buNone/>
              <a:defRPr sz="1763"/>
            </a:lvl8pPr>
            <a:lvl9pPr marL="4030309" indent="0">
              <a:buNone/>
              <a:defRPr sz="1763"/>
            </a:lvl9pPr>
          </a:lstStyle>
          <a:p>
            <a:r>
              <a:rPr lang="en-US"/>
              <a:t>Click icon to add picture</a:t>
            </a:r>
            <a:endParaRPr lang="en-US" dirty="0"/>
          </a:p>
        </p:txBody>
      </p:sp>
      <p:sp>
        <p:nvSpPr>
          <p:cNvPr id="4" name="Text Placeholder 3"/>
          <p:cNvSpPr>
            <a:spLocks noGrp="1"/>
          </p:cNvSpPr>
          <p:nvPr>
            <p:ph type="body" sz="half" idx="2"/>
          </p:nvPr>
        </p:nvSpPr>
        <p:spPr>
          <a:xfrm>
            <a:off x="1376279" y="5930335"/>
            <a:ext cx="7950742" cy="543997"/>
          </a:xfrm>
        </p:spPr>
        <p:txBody>
          <a:bodyPr anchor="t">
            <a:normAutofit/>
          </a:bodyPr>
          <a:lstStyle>
            <a:lvl1pPr marL="0" indent="0" algn="ctr">
              <a:buNone/>
              <a:defRPr sz="1763"/>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623435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279" y="999240"/>
            <a:ext cx="7950742" cy="3413383"/>
          </a:xfrm>
        </p:spPr>
        <p:txBody>
          <a:bodyPr anchor="ctr">
            <a:normAutofit/>
          </a:bodyPr>
          <a:lstStyle>
            <a:lvl1pPr algn="ctr">
              <a:defRPr sz="3526" b="0" cap="none"/>
            </a:lvl1pPr>
          </a:lstStyle>
          <a:p>
            <a:r>
              <a:rPr lang="en-US"/>
              <a:t>Click to edit Master title style</a:t>
            </a:r>
            <a:endParaRPr lang="en-US" dirty="0"/>
          </a:p>
        </p:txBody>
      </p:sp>
      <p:sp>
        <p:nvSpPr>
          <p:cNvPr id="3" name="Text Placeholder 2"/>
          <p:cNvSpPr>
            <a:spLocks noGrp="1"/>
          </p:cNvSpPr>
          <p:nvPr>
            <p:ph type="body" idx="1"/>
          </p:nvPr>
        </p:nvSpPr>
        <p:spPr>
          <a:xfrm>
            <a:off x="1376278" y="4711150"/>
            <a:ext cx="7950744" cy="1763186"/>
          </a:xfrm>
        </p:spPr>
        <p:txBody>
          <a:bodyPr anchor="ctr">
            <a:normAutofit/>
          </a:bodyPr>
          <a:lstStyle>
            <a:lvl1pPr marL="0" indent="0" algn="ctr">
              <a:buNone/>
              <a:defRPr sz="2204">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495094" y="4561886"/>
            <a:ext cx="77258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17839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0428" y="1082164"/>
            <a:ext cx="7484737" cy="2612125"/>
          </a:xfrm>
        </p:spPr>
        <p:txBody>
          <a:bodyPr anchor="ctr">
            <a:normAutofit/>
          </a:bodyPr>
          <a:lstStyle>
            <a:lvl1pPr algn="ctr">
              <a:defRPr sz="3526"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871345" y="3694288"/>
            <a:ext cx="6891300" cy="718334"/>
          </a:xfrm>
        </p:spPr>
        <p:txBody>
          <a:bodyPr anchor="ctr">
            <a:normAutofit/>
          </a:bodyPr>
          <a:lstStyle>
            <a:lvl1pPr marL="0" indent="0" algn="r">
              <a:buFontTx/>
              <a:buNone/>
              <a:defRPr sz="1983"/>
            </a:lvl1pPr>
            <a:lvl2pPr marL="503789" indent="0">
              <a:buFontTx/>
              <a:buNone/>
              <a:defRPr/>
            </a:lvl2pPr>
            <a:lvl3pPr marL="1007577" indent="0">
              <a:buFontTx/>
              <a:buNone/>
              <a:defRPr/>
            </a:lvl3pPr>
            <a:lvl4pPr marL="1511366" indent="0">
              <a:buFontTx/>
              <a:buNone/>
              <a:defRPr/>
            </a:lvl4pPr>
            <a:lvl5pPr marL="2015155" indent="0">
              <a:buFontTx/>
              <a:buNone/>
              <a:defRPr/>
            </a:lvl5pPr>
          </a:lstStyle>
          <a:p>
            <a:pPr lvl="0"/>
            <a:r>
              <a:rPr lang="en-US"/>
              <a:t>Click to edit Master text styles</a:t>
            </a:r>
          </a:p>
        </p:txBody>
      </p:sp>
      <p:sp>
        <p:nvSpPr>
          <p:cNvPr id="3" name="Text Placeholder 2"/>
          <p:cNvSpPr>
            <a:spLocks noGrp="1"/>
          </p:cNvSpPr>
          <p:nvPr>
            <p:ph type="body" idx="1"/>
          </p:nvPr>
        </p:nvSpPr>
        <p:spPr>
          <a:xfrm>
            <a:off x="1376276" y="4785784"/>
            <a:ext cx="7950746" cy="1688552"/>
          </a:xfrm>
        </p:spPr>
        <p:txBody>
          <a:bodyPr anchor="ctr">
            <a:normAutofit/>
          </a:bodyPr>
          <a:lstStyle>
            <a:lvl1pPr marL="0" indent="0" algn="ctr">
              <a:buNone/>
              <a:defRPr sz="2204">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4" name="TextBox 13"/>
          <p:cNvSpPr txBox="1"/>
          <p:nvPr/>
        </p:nvSpPr>
        <p:spPr>
          <a:xfrm>
            <a:off x="993992" y="997575"/>
            <a:ext cx="534809" cy="644337"/>
          </a:xfrm>
          <a:prstGeom prst="rect">
            <a:avLst/>
          </a:prstGeom>
        </p:spPr>
        <p:txBody>
          <a:bodyPr vert="horz" lIns="100753" tIns="50377" rIns="100753" bIns="50377" rtlCol="0" anchor="ctr">
            <a:noAutofit/>
          </a:bodyPr>
          <a:lstStyle/>
          <a:p>
            <a:pPr lvl="0"/>
            <a:r>
              <a:rPr lang="en-US" sz="7934" dirty="0">
                <a:solidFill>
                  <a:schemeClr val="tx1"/>
                </a:solidFill>
                <a:effectLst/>
              </a:rPr>
              <a:t>“</a:t>
            </a:r>
          </a:p>
        </p:txBody>
      </p:sp>
      <p:sp>
        <p:nvSpPr>
          <p:cNvPr id="15" name="TextBox 14"/>
          <p:cNvSpPr txBox="1"/>
          <p:nvPr/>
        </p:nvSpPr>
        <p:spPr>
          <a:xfrm>
            <a:off x="8926958" y="3115894"/>
            <a:ext cx="534809" cy="644337"/>
          </a:xfrm>
          <a:prstGeom prst="rect">
            <a:avLst/>
          </a:prstGeom>
        </p:spPr>
        <p:txBody>
          <a:bodyPr vert="horz" lIns="100753" tIns="50377" rIns="100753" bIns="50377" rtlCol="0" anchor="ctr">
            <a:noAutofit/>
          </a:bodyPr>
          <a:lstStyle/>
          <a:p>
            <a:pPr lvl="0" algn="r"/>
            <a:r>
              <a:rPr lang="en-US" sz="7934" dirty="0">
                <a:solidFill>
                  <a:schemeClr val="tx1"/>
                </a:solidFill>
                <a:effectLst/>
              </a:rPr>
              <a:t>”</a:t>
            </a:r>
          </a:p>
        </p:txBody>
      </p:sp>
      <p:cxnSp>
        <p:nvCxnSpPr>
          <p:cNvPr id="19" name="Straight Connector 18"/>
          <p:cNvCxnSpPr/>
          <p:nvPr/>
        </p:nvCxnSpPr>
        <p:spPr>
          <a:xfrm>
            <a:off x="1495095" y="4561886"/>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8476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76283" y="3645566"/>
            <a:ext cx="7950735" cy="1618400"/>
          </a:xfrm>
        </p:spPr>
        <p:txBody>
          <a:bodyPr anchor="b">
            <a:normAutofit/>
          </a:bodyPr>
          <a:lstStyle>
            <a:lvl1pPr algn="l">
              <a:defRPr sz="3526" b="0" cap="none"/>
            </a:lvl1pPr>
          </a:lstStyle>
          <a:p>
            <a:r>
              <a:rPr lang="en-US"/>
              <a:t>Click to edit Master title style</a:t>
            </a:r>
            <a:endParaRPr lang="en-US" dirty="0"/>
          </a:p>
        </p:txBody>
      </p:sp>
      <p:sp>
        <p:nvSpPr>
          <p:cNvPr id="3" name="Text Placeholder 2"/>
          <p:cNvSpPr>
            <a:spLocks noGrp="1"/>
          </p:cNvSpPr>
          <p:nvPr>
            <p:ph type="body" idx="1"/>
          </p:nvPr>
        </p:nvSpPr>
        <p:spPr>
          <a:xfrm>
            <a:off x="1376282" y="5263966"/>
            <a:ext cx="7950737" cy="948033"/>
          </a:xfrm>
        </p:spPr>
        <p:txBody>
          <a:bodyPr anchor="t">
            <a:normAutofit/>
          </a:bodyPr>
          <a:lstStyle>
            <a:lvl1pPr marL="0" indent="0" algn="l">
              <a:buNone/>
              <a:defRPr sz="1983">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00233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648234" y="1082164"/>
            <a:ext cx="7396933" cy="2472190"/>
          </a:xfrm>
        </p:spPr>
        <p:txBody>
          <a:bodyPr anchor="ctr">
            <a:normAutofit/>
          </a:bodyPr>
          <a:lstStyle>
            <a:lvl1pPr algn="ctr">
              <a:defRPr sz="3526"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376282" y="4009983"/>
            <a:ext cx="7950737" cy="977307"/>
          </a:xfrm>
        </p:spPr>
        <p:txBody>
          <a:bodyPr anchor="b">
            <a:normAutofit/>
          </a:bodyPr>
          <a:lstStyle>
            <a:lvl1pPr marL="0" indent="0" algn="l">
              <a:spcBef>
                <a:spcPts val="0"/>
              </a:spcBef>
              <a:buNone/>
              <a:defRPr sz="2204">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376278" y="4991022"/>
            <a:ext cx="7950744" cy="1483313"/>
          </a:xfrm>
        </p:spPr>
        <p:txBody>
          <a:bodyPr anchor="t">
            <a:normAutofit/>
          </a:bodyPr>
          <a:lstStyle>
            <a:lvl1pPr marL="0" indent="0" algn="l">
              <a:buNone/>
              <a:defRPr sz="1763">
                <a:solidFill>
                  <a:schemeClr val="tx1"/>
                </a:solidFill>
              </a:defRPr>
            </a:lvl1pPr>
            <a:lvl2pPr marL="503789" indent="0">
              <a:buNone/>
              <a:defRPr sz="176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2" name="TextBox 11"/>
          <p:cNvSpPr txBox="1"/>
          <p:nvPr/>
        </p:nvSpPr>
        <p:spPr>
          <a:xfrm>
            <a:off x="1026843" y="988245"/>
            <a:ext cx="534809" cy="644337"/>
          </a:xfrm>
          <a:prstGeom prst="rect">
            <a:avLst/>
          </a:prstGeom>
        </p:spPr>
        <p:txBody>
          <a:bodyPr vert="horz" lIns="100753" tIns="50377" rIns="100753" bIns="50377" rtlCol="0" anchor="ctr">
            <a:noAutofit/>
          </a:bodyPr>
          <a:lstStyle/>
          <a:p>
            <a:pPr lvl="0"/>
            <a:r>
              <a:rPr lang="en-US" sz="8815" dirty="0">
                <a:solidFill>
                  <a:schemeClr val="tx1"/>
                </a:solidFill>
                <a:effectLst/>
              </a:rPr>
              <a:t>“</a:t>
            </a:r>
          </a:p>
        </p:txBody>
      </p:sp>
      <p:sp>
        <p:nvSpPr>
          <p:cNvPr id="13" name="TextBox 12"/>
          <p:cNvSpPr txBox="1"/>
          <p:nvPr/>
        </p:nvSpPr>
        <p:spPr>
          <a:xfrm>
            <a:off x="8946012" y="2873330"/>
            <a:ext cx="534809" cy="644337"/>
          </a:xfrm>
          <a:prstGeom prst="rect">
            <a:avLst/>
          </a:prstGeom>
        </p:spPr>
        <p:txBody>
          <a:bodyPr vert="horz" lIns="100753" tIns="50377" rIns="100753" bIns="50377" rtlCol="0" anchor="ctr">
            <a:noAutofit/>
          </a:bodyPr>
          <a:lstStyle/>
          <a:p>
            <a:pPr lvl="0" algn="r"/>
            <a:r>
              <a:rPr lang="en-US" sz="8815" dirty="0">
                <a:solidFill>
                  <a:schemeClr val="tx1"/>
                </a:solidFill>
                <a:effectLst/>
              </a:rPr>
              <a:t>”</a:t>
            </a:r>
          </a:p>
        </p:txBody>
      </p:sp>
      <p:cxnSp>
        <p:nvCxnSpPr>
          <p:cNvPr id="26" name="Straight Connector 25"/>
          <p:cNvCxnSpPr/>
          <p:nvPr/>
        </p:nvCxnSpPr>
        <p:spPr>
          <a:xfrm>
            <a:off x="1495095" y="3778250"/>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02138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376278" y="1082163"/>
            <a:ext cx="7950742" cy="2528163"/>
          </a:xfrm>
        </p:spPr>
        <p:txBody>
          <a:bodyPr vert="horz" lIns="91440" tIns="45720" rIns="91440" bIns="45720" rtlCol="0" anchor="ctr">
            <a:normAutofit/>
          </a:bodyPr>
          <a:lstStyle>
            <a:lvl1pPr>
              <a:defRPr lang="en-US" sz="3526"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376282" y="3929380"/>
            <a:ext cx="7950737" cy="997458"/>
          </a:xfrm>
        </p:spPr>
        <p:txBody>
          <a:bodyPr anchor="b">
            <a:normAutofit/>
          </a:bodyPr>
          <a:lstStyle>
            <a:lvl1pPr marL="0" indent="0" algn="l">
              <a:spcBef>
                <a:spcPts val="0"/>
              </a:spcBef>
              <a:buNone/>
              <a:defRPr sz="2204">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376279" y="4925719"/>
            <a:ext cx="7950742" cy="1548616"/>
          </a:xfrm>
        </p:spPr>
        <p:txBody>
          <a:bodyPr anchor="t">
            <a:normAutofit/>
          </a:bodyPr>
          <a:lstStyle>
            <a:lvl1pPr marL="0" indent="0" algn="l">
              <a:buNone/>
              <a:defRPr sz="1763">
                <a:solidFill>
                  <a:schemeClr val="tx1"/>
                </a:solidFill>
              </a:defRPr>
            </a:lvl1pPr>
            <a:lvl2pPr marL="503789" indent="0">
              <a:buNone/>
              <a:defRPr sz="176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495099" y="3778250"/>
            <a:ext cx="7725842"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864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376278" y="2743761"/>
            <a:ext cx="7950744" cy="373057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495095" y="2594498"/>
            <a:ext cx="7725846"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4757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33769" y="999240"/>
            <a:ext cx="1893249" cy="547509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6281" y="999240"/>
            <a:ext cx="5748415" cy="547509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7303779" y="999240"/>
            <a:ext cx="0" cy="5475094"/>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2818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0703302" cy="7556500"/>
            <a:chOff x="0" y="0"/>
            <a:chExt cx="9152467" cy="6858000"/>
          </a:xfrm>
        </p:grpSpPr>
        <p:pic>
          <p:nvPicPr>
            <p:cNvPr id="8" name="Picture 7" descr="S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376279" y="1008566"/>
            <a:ext cx="7950742" cy="1436668"/>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76278" y="2743761"/>
            <a:ext cx="7950744" cy="379587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33773" y="6567625"/>
            <a:ext cx="1342853" cy="307857"/>
          </a:xfrm>
          <a:prstGeom prst="rect">
            <a:avLst/>
          </a:prstGeom>
        </p:spPr>
        <p:txBody>
          <a:bodyPr vert="horz" lIns="91440" tIns="45720" rIns="91440" bIns="45720" rtlCol="0" anchor="ctr"/>
          <a:lstStyle>
            <a:lvl1pPr algn="r">
              <a:defRPr sz="1102" b="0" i="0">
                <a:solidFill>
                  <a:schemeClr val="tx1"/>
                </a:solidFill>
                <a:effectLst/>
                <a:latin typeface="+mn-lt"/>
              </a:defRPr>
            </a:lvl1pPr>
          </a:lstStyle>
          <a:p>
            <a:fld id="{1D8BD707-D9CF-40AE-B4C6-C98DA3205C09}" type="datetimeFigureOut">
              <a:rPr lang="en-US" smtClean="0"/>
              <a:t>12/5/2025</a:t>
            </a:fld>
            <a:endParaRPr lang="en-US"/>
          </a:p>
        </p:txBody>
      </p:sp>
      <p:sp>
        <p:nvSpPr>
          <p:cNvPr id="5" name="Footer Placeholder 4"/>
          <p:cNvSpPr>
            <a:spLocks noGrp="1"/>
          </p:cNvSpPr>
          <p:nvPr>
            <p:ph type="ftr" sz="quarter" idx="3"/>
          </p:nvPr>
        </p:nvSpPr>
        <p:spPr>
          <a:xfrm>
            <a:off x="1376279" y="6567625"/>
            <a:ext cx="5969624" cy="307857"/>
          </a:xfrm>
          <a:prstGeom prst="rect">
            <a:avLst/>
          </a:prstGeom>
        </p:spPr>
        <p:txBody>
          <a:bodyPr vert="horz" lIns="91440" tIns="45720" rIns="91440" bIns="45720" rtlCol="0" anchor="ctr"/>
          <a:lstStyle>
            <a:lvl1pPr algn="l">
              <a:defRPr sz="1102"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8864495" y="6567625"/>
            <a:ext cx="462527" cy="307857"/>
          </a:xfrm>
          <a:prstGeom prst="rect">
            <a:avLst/>
          </a:prstGeom>
        </p:spPr>
        <p:txBody>
          <a:bodyPr vert="horz" lIns="91440" tIns="45720" rIns="91440" bIns="45720" rtlCol="0" anchor="ctr"/>
          <a:lstStyle>
            <a:lvl1pPr algn="r">
              <a:defRPr sz="1102" b="0" i="0">
                <a:solidFill>
                  <a:schemeClr val="tx1"/>
                </a:solidFill>
                <a:effectLst/>
                <a:latin typeface="+mn-lt"/>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43853486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20"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Lst>
  <p:txStyles>
    <p:titleStyle>
      <a:lvl1pPr algn="ctr" defTabSz="503789" rtl="0" eaLnBrk="1" latinLnBrk="0" hangingPunct="1">
        <a:spcBef>
          <a:spcPct val="0"/>
        </a:spcBef>
        <a:buNone/>
        <a:defRPr sz="4408"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14868" indent="-314868" algn="l" defTabSz="503789" rtl="0" eaLnBrk="1" latinLnBrk="0" hangingPunct="1">
        <a:spcBef>
          <a:spcPct val="20000"/>
        </a:spcBef>
        <a:spcAft>
          <a:spcPts val="661"/>
        </a:spcAft>
        <a:buClr>
          <a:schemeClr val="accent1"/>
        </a:buClr>
        <a:buSzPct val="115000"/>
        <a:buFont typeface="Arial"/>
        <a:buChar char="•"/>
        <a:defRPr sz="2645" kern="1200" cap="none">
          <a:solidFill>
            <a:schemeClr val="tx1">
              <a:lumMod val="85000"/>
              <a:lumOff val="15000"/>
            </a:schemeClr>
          </a:solidFill>
          <a:effectLst/>
          <a:latin typeface="+mn-lt"/>
          <a:ea typeface="+mn-ea"/>
          <a:cs typeface="+mn-cs"/>
        </a:defRPr>
      </a:lvl1pPr>
      <a:lvl2pPr marL="818657" indent="-314868" algn="l" defTabSz="503789" rtl="0" eaLnBrk="1" latinLnBrk="0" hangingPunct="1">
        <a:spcBef>
          <a:spcPct val="20000"/>
        </a:spcBef>
        <a:spcAft>
          <a:spcPts val="661"/>
        </a:spcAft>
        <a:buClr>
          <a:schemeClr val="accent1"/>
        </a:buClr>
        <a:buSzPct val="115000"/>
        <a:buFont typeface="Arial"/>
        <a:buChar char="•"/>
        <a:defRPr sz="2204" kern="1200" cap="none">
          <a:solidFill>
            <a:schemeClr val="tx1">
              <a:lumMod val="85000"/>
              <a:lumOff val="15000"/>
            </a:schemeClr>
          </a:solidFill>
          <a:effectLst/>
          <a:latin typeface="+mn-lt"/>
          <a:ea typeface="+mn-ea"/>
          <a:cs typeface="+mn-cs"/>
        </a:defRPr>
      </a:lvl2pPr>
      <a:lvl3pPr marL="1322445" indent="-314868" algn="l" defTabSz="503789" rtl="0" eaLnBrk="1" latinLnBrk="0" hangingPunct="1">
        <a:spcBef>
          <a:spcPct val="20000"/>
        </a:spcBef>
        <a:spcAft>
          <a:spcPts val="661"/>
        </a:spcAft>
        <a:buClr>
          <a:schemeClr val="accent1"/>
        </a:buClr>
        <a:buSzPct val="115000"/>
        <a:buFont typeface="Arial"/>
        <a:buChar char="•"/>
        <a:defRPr sz="1983" kern="1200" cap="none">
          <a:solidFill>
            <a:schemeClr val="tx1">
              <a:lumMod val="85000"/>
              <a:lumOff val="15000"/>
            </a:schemeClr>
          </a:solidFill>
          <a:effectLst/>
          <a:latin typeface="+mn-lt"/>
          <a:ea typeface="+mn-ea"/>
          <a:cs typeface="+mn-cs"/>
        </a:defRPr>
      </a:lvl3pPr>
      <a:lvl4pPr marL="1700287" indent="-188921" algn="l" defTabSz="503789" rtl="0" eaLnBrk="1" latinLnBrk="0" hangingPunct="1">
        <a:spcBef>
          <a:spcPct val="20000"/>
        </a:spcBef>
        <a:spcAft>
          <a:spcPts val="661"/>
        </a:spcAft>
        <a:buClr>
          <a:schemeClr val="accent1"/>
        </a:buClr>
        <a:buSzPct val="115000"/>
        <a:buFont typeface="Arial"/>
        <a:buChar char="•"/>
        <a:defRPr sz="1763" kern="1200" cap="none">
          <a:solidFill>
            <a:schemeClr val="tx1">
              <a:lumMod val="85000"/>
              <a:lumOff val="15000"/>
            </a:schemeClr>
          </a:solidFill>
          <a:effectLst/>
          <a:latin typeface="+mn-lt"/>
          <a:ea typeface="+mn-ea"/>
          <a:cs typeface="+mn-cs"/>
        </a:defRPr>
      </a:lvl4pPr>
      <a:lvl5pPr marL="2204075" indent="-188921"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5pPr>
      <a:lvl6pPr marL="2770838" indent="-251894"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6pPr>
      <a:lvl7pPr marL="3274626" indent="-251894"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7pPr>
      <a:lvl8pPr marL="3778415" indent="-251894"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8pPr>
      <a:lvl9pPr marL="4282204" indent="-251894"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9pPr>
    </p:bodyStyle>
    <p:otherStyle>
      <a:defPPr>
        <a:defRPr lang="en-US"/>
      </a:defPPr>
      <a:lvl1pPr marL="0" algn="l" defTabSz="503789" rtl="0" eaLnBrk="1" latinLnBrk="0" hangingPunct="1">
        <a:defRPr sz="1983" kern="1200">
          <a:solidFill>
            <a:schemeClr val="tx1"/>
          </a:solidFill>
          <a:latin typeface="+mn-lt"/>
          <a:ea typeface="+mn-ea"/>
          <a:cs typeface="+mn-cs"/>
        </a:defRPr>
      </a:lvl1pPr>
      <a:lvl2pPr marL="503789" algn="l" defTabSz="503789" rtl="0" eaLnBrk="1" latinLnBrk="0" hangingPunct="1">
        <a:defRPr sz="1983" kern="1200">
          <a:solidFill>
            <a:schemeClr val="tx1"/>
          </a:solidFill>
          <a:latin typeface="+mn-lt"/>
          <a:ea typeface="+mn-ea"/>
          <a:cs typeface="+mn-cs"/>
        </a:defRPr>
      </a:lvl2pPr>
      <a:lvl3pPr marL="1007577" algn="l" defTabSz="503789" rtl="0" eaLnBrk="1" latinLnBrk="0" hangingPunct="1">
        <a:defRPr sz="1983" kern="1200">
          <a:solidFill>
            <a:schemeClr val="tx1"/>
          </a:solidFill>
          <a:latin typeface="+mn-lt"/>
          <a:ea typeface="+mn-ea"/>
          <a:cs typeface="+mn-cs"/>
        </a:defRPr>
      </a:lvl3pPr>
      <a:lvl4pPr marL="1511366" algn="l" defTabSz="503789" rtl="0" eaLnBrk="1" latinLnBrk="0" hangingPunct="1">
        <a:defRPr sz="1983" kern="1200">
          <a:solidFill>
            <a:schemeClr val="tx1"/>
          </a:solidFill>
          <a:latin typeface="+mn-lt"/>
          <a:ea typeface="+mn-ea"/>
          <a:cs typeface="+mn-cs"/>
        </a:defRPr>
      </a:lvl4pPr>
      <a:lvl5pPr marL="2015155" algn="l" defTabSz="503789" rtl="0" eaLnBrk="1" latinLnBrk="0" hangingPunct="1">
        <a:defRPr sz="1983" kern="1200">
          <a:solidFill>
            <a:schemeClr val="tx1"/>
          </a:solidFill>
          <a:latin typeface="+mn-lt"/>
          <a:ea typeface="+mn-ea"/>
          <a:cs typeface="+mn-cs"/>
        </a:defRPr>
      </a:lvl5pPr>
      <a:lvl6pPr marL="2518943" algn="l" defTabSz="503789" rtl="0" eaLnBrk="1" latinLnBrk="0" hangingPunct="1">
        <a:defRPr sz="1983" kern="1200">
          <a:solidFill>
            <a:schemeClr val="tx1"/>
          </a:solidFill>
          <a:latin typeface="+mn-lt"/>
          <a:ea typeface="+mn-ea"/>
          <a:cs typeface="+mn-cs"/>
        </a:defRPr>
      </a:lvl6pPr>
      <a:lvl7pPr marL="3022732" algn="l" defTabSz="503789" rtl="0" eaLnBrk="1" latinLnBrk="0" hangingPunct="1">
        <a:defRPr sz="1983" kern="1200">
          <a:solidFill>
            <a:schemeClr val="tx1"/>
          </a:solidFill>
          <a:latin typeface="+mn-lt"/>
          <a:ea typeface="+mn-ea"/>
          <a:cs typeface="+mn-cs"/>
        </a:defRPr>
      </a:lvl7pPr>
      <a:lvl8pPr marL="3526521" algn="l" defTabSz="503789" rtl="0" eaLnBrk="1" latinLnBrk="0" hangingPunct="1">
        <a:defRPr sz="1983" kern="1200">
          <a:solidFill>
            <a:schemeClr val="tx1"/>
          </a:solidFill>
          <a:latin typeface="+mn-lt"/>
          <a:ea typeface="+mn-ea"/>
          <a:cs typeface="+mn-cs"/>
        </a:defRPr>
      </a:lvl8pPr>
      <a:lvl9pPr marL="4030309" algn="l" defTabSz="503789"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jpg"/><Relationship Id="rId7" Type="http://schemas.openxmlformats.org/officeDocument/2006/relationships/diagramColors" Target="../diagrams/colors1.xml"/><Relationship Id="rId2" Type="http://schemas.openxmlformats.org/officeDocument/2006/relationships/image" Target="../media/image8.jpg"/><Relationship Id="rId1" Type="http://schemas.openxmlformats.org/officeDocument/2006/relationships/slideLayout" Target="../slideLayouts/slideLayout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4700" y="996908"/>
            <a:ext cx="6556090" cy="1938992"/>
          </a:xfrm>
          <a:prstGeom prst="rect">
            <a:avLst/>
          </a:prstGeom>
          <a:noFill/>
        </p:spPr>
        <p:txBody>
          <a:bodyPr wrap="none">
            <a:spAutoFit/>
          </a:bodyPr>
          <a:lstStyle/>
          <a:p>
            <a:pPr>
              <a:defRPr sz="6000" b="1">
                <a:solidFill>
                  <a:srgbClr val="4B0082"/>
                </a:solidFill>
              </a:defRPr>
            </a:pPr>
            <a:r>
              <a:rPr lang="en-IN" sz="6000" b="1" dirty="0"/>
              <a:t>The Model Context</a:t>
            </a:r>
          </a:p>
          <a:p>
            <a:pPr>
              <a:defRPr sz="6000" b="1">
                <a:solidFill>
                  <a:srgbClr val="4B0082"/>
                </a:solidFill>
              </a:defRPr>
            </a:pPr>
            <a:r>
              <a:rPr lang="en-IN" sz="6000" b="1" dirty="0"/>
              <a:t> Protocol (MCP):</a:t>
            </a:r>
            <a:endParaRPr sz="4400" dirty="0">
              <a:solidFill>
                <a:schemeClr val="accent4"/>
              </a:solidFill>
              <a:latin typeface="Calibri"/>
            </a:endParaRPr>
          </a:p>
        </p:txBody>
      </p:sp>
      <p:sp>
        <p:nvSpPr>
          <p:cNvPr id="3" name="TextBox 2"/>
          <p:cNvSpPr txBox="1"/>
          <p:nvPr/>
        </p:nvSpPr>
        <p:spPr>
          <a:xfrm>
            <a:off x="4737100" y="3292195"/>
            <a:ext cx="4413388" cy="416396"/>
          </a:xfrm>
          <a:prstGeom prst="rect">
            <a:avLst/>
          </a:prstGeom>
          <a:noFill/>
        </p:spPr>
        <p:txBody>
          <a:bodyPr wrap="none">
            <a:spAutoFit/>
          </a:bodyPr>
          <a:lstStyle/>
          <a:p>
            <a:pPr algn="l">
              <a:defRPr sz="2800" b="0">
                <a:solidFill>
                  <a:srgbClr val="00BFFF"/>
                </a:solidFill>
              </a:defRPr>
            </a:pPr>
            <a:r>
              <a:rPr lang="en-IN" sz="2106" dirty="0">
                <a:solidFill>
                  <a:schemeClr val="accent5"/>
                </a:solidFill>
                <a:latin typeface="Calibri"/>
              </a:rPr>
              <a:t>Build Smarter Autonomous AI Systems</a:t>
            </a:r>
            <a:endParaRPr sz="2106" dirty="0">
              <a:solidFill>
                <a:schemeClr val="accent5"/>
              </a:solidFill>
              <a:latin typeface="Calibri"/>
            </a:endParaRPr>
          </a:p>
        </p:txBody>
      </p:sp>
      <p:sp>
        <p:nvSpPr>
          <p:cNvPr id="4" name="TextBox 3"/>
          <p:cNvSpPr txBox="1"/>
          <p:nvPr/>
        </p:nvSpPr>
        <p:spPr>
          <a:xfrm>
            <a:off x="1231900" y="4097382"/>
            <a:ext cx="4004622" cy="740459"/>
          </a:xfrm>
          <a:prstGeom prst="rect">
            <a:avLst/>
          </a:prstGeom>
          <a:noFill/>
        </p:spPr>
        <p:txBody>
          <a:bodyPr wrap="none">
            <a:spAutoFit/>
          </a:bodyPr>
          <a:lstStyle/>
          <a:p>
            <a:pPr algn="l">
              <a:defRPr sz="2400" b="0">
                <a:solidFill>
                  <a:srgbClr val="000000"/>
                </a:solidFill>
              </a:defRPr>
            </a:pPr>
            <a:r>
              <a:rPr lang="en-IN" sz="2106" dirty="0">
                <a:solidFill>
                  <a:srgbClr val="323232"/>
                </a:solidFill>
                <a:latin typeface="Calibri"/>
              </a:rPr>
              <a:t>Starting Date : December 4,2025</a:t>
            </a:r>
          </a:p>
          <a:p>
            <a:pPr algn="l">
              <a:defRPr sz="2400" b="0">
                <a:solidFill>
                  <a:srgbClr val="000000"/>
                </a:solidFill>
              </a:defRPr>
            </a:pPr>
            <a:r>
              <a:rPr lang="en-IN" sz="2106" dirty="0">
                <a:solidFill>
                  <a:srgbClr val="323232"/>
                </a:solidFill>
                <a:latin typeface="Calibri"/>
              </a:rPr>
              <a:t>Time : 8:00 PM IST to 10:00 PM IST</a:t>
            </a:r>
            <a:endParaRPr sz="2106" dirty="0">
              <a:solidFill>
                <a:srgbClr val="323232"/>
              </a:solidFill>
              <a:latin typeface="Calibri"/>
            </a:endParaRPr>
          </a:p>
        </p:txBody>
      </p:sp>
      <p:pic>
        <p:nvPicPr>
          <p:cNvPr id="6" name="Picture 5" descr="A logo with blue berries&#10;&#10;AI-generated content may be incorrect.">
            <a:extLst>
              <a:ext uri="{FF2B5EF4-FFF2-40B4-BE49-F238E27FC236}">
                <a16:creationId xmlns:a16="http://schemas.microsoft.com/office/drawing/2014/main" id="{D6084676-6DE9-E68C-63CD-9FA4F3EBB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 y="6405561"/>
            <a:ext cx="2047504" cy="1150939"/>
          </a:xfrm>
          <a:prstGeom prst="rect">
            <a:avLst/>
          </a:prstGeom>
        </p:spPr>
      </p:pic>
      <p:sp>
        <p:nvSpPr>
          <p:cNvPr id="9" name="TextBox 8">
            <a:extLst>
              <a:ext uri="{FF2B5EF4-FFF2-40B4-BE49-F238E27FC236}">
                <a16:creationId xmlns:a16="http://schemas.microsoft.com/office/drawing/2014/main" id="{FD150733-1B0B-17CC-15B1-94C9B59D3BE3}"/>
              </a:ext>
            </a:extLst>
          </p:cNvPr>
          <p:cNvSpPr txBox="1"/>
          <p:nvPr/>
        </p:nvSpPr>
        <p:spPr>
          <a:xfrm>
            <a:off x="3594100" y="6796364"/>
            <a:ext cx="5345206" cy="369332"/>
          </a:xfrm>
          <a:prstGeom prst="rect">
            <a:avLst/>
          </a:prstGeom>
          <a:noFill/>
        </p:spPr>
        <p:txBody>
          <a:bodyPr wrap="square">
            <a:spAutoFit/>
          </a:bodyPr>
          <a:lstStyle/>
          <a:p>
            <a:pPr algn="l">
              <a:defRPr sz="1800" b="0">
                <a:solidFill>
                  <a:srgbClr val="646464"/>
                </a:solidFill>
              </a:defRPr>
            </a:pPr>
            <a:r>
              <a:rPr lang="en-IN" sz="1800" dirty="0">
                <a:solidFill>
                  <a:srgbClr val="323232"/>
                </a:solidFill>
                <a:latin typeface="Calibri"/>
              </a:rPr>
              <a:t>Powered by </a:t>
            </a:r>
            <a:r>
              <a:rPr lang="en-IN" sz="1800" dirty="0" err="1">
                <a:solidFill>
                  <a:srgbClr val="323232"/>
                </a:solidFill>
                <a:latin typeface="Calibri"/>
              </a:rPr>
              <a:t>PurpleSkill</a:t>
            </a:r>
            <a:r>
              <a:rPr lang="en-IN" sz="1800" dirty="0">
                <a:solidFill>
                  <a:srgbClr val="323232"/>
                </a:solidFill>
                <a:latin typeface="Calibri"/>
              </a:rPr>
              <a:t> &amp; </a:t>
            </a:r>
            <a:r>
              <a:rPr lang="en-IN" sz="1800" dirty="0" err="1">
                <a:solidFill>
                  <a:srgbClr val="323232"/>
                </a:solidFill>
                <a:latin typeface="Calibri"/>
              </a:rPr>
              <a:t>SpanLabs</a:t>
            </a:r>
            <a:endParaRPr lang="en-IN" sz="1800" dirty="0">
              <a:solidFill>
                <a:srgbClr val="323232"/>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E535FA6C-A4E7-DB99-5690-3173B409ACE7}"/>
              </a:ext>
            </a:extLst>
          </p:cNvPr>
          <p:cNvPicPr>
            <a:picLocks noChangeAspect="1"/>
          </p:cNvPicPr>
          <p:nvPr/>
        </p:nvPicPr>
        <p:blipFill>
          <a:blip r:embed="rId2"/>
          <a:stretch>
            <a:fillRect/>
          </a:stretch>
        </p:blipFill>
        <p:spPr>
          <a:xfrm>
            <a:off x="9075117" y="6673850"/>
            <a:ext cx="1442724" cy="756251"/>
          </a:xfrm>
          <a:prstGeom prst="rect">
            <a:avLst/>
          </a:prstGeom>
        </p:spPr>
      </p:pic>
      <p:pic>
        <p:nvPicPr>
          <p:cNvPr id="4" name="Picture 3" descr="A logo with blue berries&#10;&#10;AI-generated content may be incorrect.">
            <a:extLst>
              <a:ext uri="{FF2B5EF4-FFF2-40B4-BE49-F238E27FC236}">
                <a16:creationId xmlns:a16="http://schemas.microsoft.com/office/drawing/2014/main" id="{493A878A-B423-4F97-67AA-3B0522E9F841}"/>
              </a:ext>
            </a:extLst>
          </p:cNvPr>
          <p:cNvPicPr>
            <a:picLocks noChangeAspect="1"/>
          </p:cNvPicPr>
          <p:nvPr/>
        </p:nvPicPr>
        <p:blipFill>
          <a:blip r:embed="rId3"/>
          <a:stretch>
            <a:fillRect/>
          </a:stretch>
        </p:blipFill>
        <p:spPr>
          <a:xfrm>
            <a:off x="88900" y="6673850"/>
            <a:ext cx="1589741" cy="893622"/>
          </a:xfrm>
          <a:prstGeom prst="rect">
            <a:avLst/>
          </a:prstGeom>
        </p:spPr>
      </p:pic>
      <p:graphicFrame>
        <p:nvGraphicFramePr>
          <p:cNvPr id="5" name="Diagram 4">
            <a:extLst>
              <a:ext uri="{FF2B5EF4-FFF2-40B4-BE49-F238E27FC236}">
                <a16:creationId xmlns:a16="http://schemas.microsoft.com/office/drawing/2014/main" id="{914CC7AF-236A-9684-D2AA-E59A3B5FF2A8}"/>
              </a:ext>
            </a:extLst>
          </p:cNvPr>
          <p:cNvGraphicFramePr/>
          <p:nvPr>
            <p:extLst>
              <p:ext uri="{D42A27DB-BD31-4B8C-83A1-F6EECF244321}">
                <p14:modId xmlns:p14="http://schemas.microsoft.com/office/powerpoint/2010/main" val="1125201062"/>
              </p:ext>
            </p:extLst>
          </p:nvPr>
        </p:nvGraphicFramePr>
        <p:xfrm>
          <a:off x="1782233" y="1401939"/>
          <a:ext cx="7128933" cy="47526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993900" y="1568450"/>
            <a:ext cx="6208712" cy="1668463"/>
          </a:xfrm>
        </p:spPr>
        <p:txBody>
          <a:bodyPr/>
          <a:lstStyle/>
          <a:p>
            <a:r>
              <a:rPr lang="en-US" dirty="0"/>
              <a:t>The Problem MCP Solves 🧩</a:t>
            </a:r>
            <a:endParaRPr dirty="0"/>
          </a:p>
        </p:txBody>
      </p:sp>
      <p:sp>
        <p:nvSpPr>
          <p:cNvPr id="3" name="Subtitle 2"/>
          <p:cNvSpPr>
            <a:spLocks noGrp="1"/>
          </p:cNvSpPr>
          <p:nvPr>
            <p:ph type="subTitle" idx="4294967295"/>
          </p:nvPr>
        </p:nvSpPr>
        <p:spPr>
          <a:xfrm>
            <a:off x="1984128" y="3702050"/>
            <a:ext cx="6208712" cy="1517650"/>
          </a:xfrm>
        </p:spPr>
        <p:txBody>
          <a:bodyPr>
            <a:normAutofit fontScale="92500" lnSpcReduction="10000"/>
          </a:bodyPr>
          <a:lstStyle/>
          <a:p>
            <a:r>
              <a:rPr lang="en-US" b="1" dirty="0"/>
              <a:t>The Mismatch:</a:t>
            </a:r>
            <a:r>
              <a:rPr lang="en-US" dirty="0"/>
              <a:t> Before MCP, connecting an LLM to a tool required writing complex, custom integration code (wrappers/adapters) for every single service.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30120-EC67-D58D-E0CF-EF907984F9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5BB5E-0015-DF65-FEFA-8218801AB690}"/>
              </a:ext>
            </a:extLst>
          </p:cNvPr>
          <p:cNvSpPr>
            <a:spLocks noGrp="1"/>
          </p:cNvSpPr>
          <p:nvPr>
            <p:ph type="ctrTitle" idx="4294967295"/>
          </p:nvPr>
        </p:nvSpPr>
        <p:spPr>
          <a:xfrm>
            <a:off x="1841500" y="716947"/>
            <a:ext cx="6208712" cy="1668463"/>
          </a:xfrm>
        </p:spPr>
        <p:txBody>
          <a:bodyPr/>
          <a:lstStyle/>
          <a:p>
            <a:r>
              <a:rPr lang="en-US" dirty="0"/>
              <a:t>The Problem MCP Solves 🧩</a:t>
            </a:r>
            <a:endParaRPr dirty="0"/>
          </a:p>
        </p:txBody>
      </p:sp>
      <p:sp>
        <p:nvSpPr>
          <p:cNvPr id="3" name="Subtitle 2">
            <a:extLst>
              <a:ext uri="{FF2B5EF4-FFF2-40B4-BE49-F238E27FC236}">
                <a16:creationId xmlns:a16="http://schemas.microsoft.com/office/drawing/2014/main" id="{657FC2A6-EC68-F7D6-B0FC-DD76FFCE1900}"/>
              </a:ext>
            </a:extLst>
          </p:cNvPr>
          <p:cNvSpPr>
            <a:spLocks noGrp="1"/>
          </p:cNvSpPr>
          <p:nvPr>
            <p:ph type="subTitle" idx="4294967295"/>
          </p:nvPr>
        </p:nvSpPr>
        <p:spPr>
          <a:xfrm>
            <a:off x="1984128" y="2406650"/>
            <a:ext cx="7401172" cy="3581400"/>
          </a:xfrm>
        </p:spPr>
        <p:txBody>
          <a:bodyPr>
            <a:normAutofit fontScale="85000" lnSpcReduction="20000"/>
          </a:bodyPr>
          <a:lstStyle/>
          <a:p>
            <a:r>
              <a:rPr lang="en-US" dirty="0"/>
              <a:t>LLMs communicate via natural language or simple JSON.</a:t>
            </a:r>
          </a:p>
          <a:p>
            <a:endParaRPr lang="en-US" dirty="0"/>
          </a:p>
          <a:p>
            <a:r>
              <a:rPr lang="en-US" dirty="0"/>
              <a:t>External Services communicate via specific binary, HTTP, or </a:t>
            </a:r>
            <a:r>
              <a:rPr lang="en-US" dirty="0" err="1"/>
              <a:t>gRPC</a:t>
            </a:r>
            <a:r>
              <a:rPr lang="en-US" dirty="0"/>
              <a:t> protocols.</a:t>
            </a:r>
          </a:p>
          <a:p>
            <a:endParaRPr lang="en-US" dirty="0"/>
          </a:p>
          <a:p>
            <a:r>
              <a:rPr lang="en-US" dirty="0"/>
              <a:t>The Tool Sprawl Problem: This custom adapter approach creates massive overhead. As the number of tools grows, the complexity of maintaining all these unique integration layers quickly becomes unmanageable, hindering the scalability of Agentic systems.</a:t>
            </a:r>
            <a:endParaRPr dirty="0"/>
          </a:p>
        </p:txBody>
      </p:sp>
    </p:spTree>
    <p:extLst>
      <p:ext uri="{BB962C8B-B14F-4D97-AF65-F5344CB8AC3E}">
        <p14:creationId xmlns:p14="http://schemas.microsoft.com/office/powerpoint/2010/main" val="3636249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31900" y="806450"/>
            <a:ext cx="7950200" cy="1436687"/>
          </a:xfrm>
        </p:spPr>
        <p:txBody>
          <a:bodyPr/>
          <a:lstStyle/>
          <a:p>
            <a:r>
              <a:rPr lang="en-IN" dirty="0"/>
              <a:t>Introducing the Model Context Protocol (MCP)</a:t>
            </a:r>
            <a:endParaRPr dirty="0"/>
          </a:p>
        </p:txBody>
      </p:sp>
      <p:sp>
        <p:nvSpPr>
          <p:cNvPr id="3" name="Content Placeholder 2"/>
          <p:cNvSpPr>
            <a:spLocks noGrp="1"/>
          </p:cNvSpPr>
          <p:nvPr>
            <p:ph idx="4294967295"/>
          </p:nvPr>
        </p:nvSpPr>
        <p:spPr>
          <a:xfrm>
            <a:off x="850900" y="2243138"/>
            <a:ext cx="8636000" cy="4111626"/>
          </a:xfrm>
        </p:spPr>
        <p:txBody>
          <a:bodyPr>
            <a:normAutofit fontScale="47500" lnSpcReduction="20000"/>
          </a:bodyPr>
          <a:lstStyle/>
          <a:p>
            <a:r>
              <a:rPr lang="en-US" b="1" dirty="0"/>
              <a:t>Definition: MCP is a language-agnostic, standardized protocol designed specifically for machine-to-machine communication between an Agent/LLM and external services (Tools).</a:t>
            </a:r>
          </a:p>
          <a:p>
            <a:endParaRPr lang="en-US" b="1" dirty="0"/>
          </a:p>
          <a:p>
            <a:r>
              <a:rPr lang="en-US" b="1" dirty="0"/>
              <a:t>Analogy: The "USB Port" for AI Tools: MCP provides a universal interface. Any Agent (Client) can plug into any MCP-compliant Tool (Server), regardless of the programming language they were built in.</a:t>
            </a:r>
          </a:p>
          <a:p>
            <a:endParaRPr lang="en-US" b="1" dirty="0"/>
          </a:p>
          <a:p>
            <a:r>
              <a:rPr lang="en-US" b="1" dirty="0"/>
              <a:t>Core Functionality: MCP standardizes the communication lifecycle:</a:t>
            </a:r>
          </a:p>
          <a:p>
            <a:endParaRPr lang="en-US" b="1" dirty="0"/>
          </a:p>
          <a:p>
            <a:r>
              <a:rPr lang="en-US" b="1" dirty="0"/>
              <a:t>Tool Discovery (Schema Retrieval): The Agent asks, "What tools do you expose (e.g., calculator, </a:t>
            </a:r>
            <a:r>
              <a:rPr lang="en-US" b="1" dirty="0" err="1"/>
              <a:t>fetch_weather</a:t>
            </a:r>
            <a:r>
              <a:rPr lang="en-US" b="1" dirty="0"/>
              <a:t>) and what are their required inputs and outputs?"</a:t>
            </a:r>
          </a:p>
          <a:p>
            <a:endParaRPr lang="en-US" b="1" dirty="0"/>
          </a:p>
          <a:p>
            <a:r>
              <a:rPr lang="en-US" b="1" dirty="0"/>
              <a:t>Tool Invocation (Execution): The Agent sends a structured command to the server (</a:t>
            </a:r>
            <a:r>
              <a:rPr lang="en-US" b="1" dirty="0" err="1"/>
              <a:t>call_tool</a:t>
            </a:r>
            <a:r>
              <a:rPr lang="en-US" b="1" dirty="0"/>
              <a:t>("calculator", {"a": 5, "b": 10})).</a:t>
            </a:r>
          </a:p>
          <a:p>
            <a:endParaRPr lang="en-US" b="1" dirty="0"/>
          </a:p>
          <a:p>
            <a:r>
              <a:rPr lang="en-US" b="1" dirty="0"/>
              <a:t>Result Delivery: The Server executes the task and sends the structured result back to the Agent.</a:t>
            </a:r>
            <a:endParaRPr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74110" y="349250"/>
            <a:ext cx="7950200" cy="1436687"/>
          </a:xfrm>
        </p:spPr>
        <p:txBody>
          <a:bodyPr/>
          <a:lstStyle/>
          <a:p>
            <a:r>
              <a:rPr lang="en-IN" dirty="0"/>
              <a:t>MCP Architecture: Client &amp; Server </a:t>
            </a:r>
            <a:endParaRPr dirty="0"/>
          </a:p>
        </p:txBody>
      </p:sp>
      <p:sp>
        <p:nvSpPr>
          <p:cNvPr id="3" name="Content Placeholder 2"/>
          <p:cNvSpPr>
            <a:spLocks noGrp="1"/>
          </p:cNvSpPr>
          <p:nvPr>
            <p:ph idx="4294967295"/>
          </p:nvPr>
        </p:nvSpPr>
        <p:spPr>
          <a:xfrm>
            <a:off x="774700" y="1568450"/>
            <a:ext cx="9067800" cy="4710113"/>
          </a:xfrm>
        </p:spPr>
        <p:txBody>
          <a:bodyPr>
            <a:noAutofit/>
          </a:bodyPr>
          <a:lstStyle/>
          <a:p>
            <a:r>
              <a:rPr lang="en-US" sz="1000" b="1" dirty="0"/>
              <a:t>MCP Server (The Tool's Wrapper):</a:t>
            </a:r>
          </a:p>
          <a:p>
            <a:endParaRPr lang="en-US" sz="1000" b="1" dirty="0"/>
          </a:p>
          <a:p>
            <a:r>
              <a:rPr lang="en-US" sz="1000" b="1" dirty="0"/>
              <a:t>Role: Exposes the functionality of an external service (e.g., a proprietary database connection) as an MCP-compliant API.</a:t>
            </a:r>
          </a:p>
          <a:p>
            <a:endParaRPr lang="en-US" sz="1000" b="1" dirty="0"/>
          </a:p>
          <a:p>
            <a:r>
              <a:rPr lang="en-US" sz="1000" b="1" dirty="0"/>
              <a:t>Functionality: Handles requests from the Agent, manages the execution of the actual tool logic, and formats the result into a standard MCP response.</a:t>
            </a:r>
          </a:p>
          <a:p>
            <a:endParaRPr lang="en-US" sz="1000" b="1" dirty="0"/>
          </a:p>
          <a:p>
            <a:r>
              <a:rPr lang="en-US" sz="1000" b="1" dirty="0"/>
              <a:t>Implementation: Often implemented using libraries like </a:t>
            </a:r>
            <a:r>
              <a:rPr lang="en-US" sz="1000" b="1" dirty="0" err="1"/>
              <a:t>FastMCP</a:t>
            </a:r>
            <a:r>
              <a:rPr lang="en-US" sz="1000" b="1" dirty="0"/>
              <a:t> in Python.</a:t>
            </a:r>
          </a:p>
          <a:p>
            <a:endParaRPr lang="en-US" sz="1000" b="1" dirty="0"/>
          </a:p>
          <a:p>
            <a:r>
              <a:rPr lang="en-US" sz="1000" b="1" dirty="0"/>
              <a:t>MCP Client (The Agent's Connector):</a:t>
            </a:r>
          </a:p>
          <a:p>
            <a:endParaRPr lang="en-US" sz="1000" b="1" dirty="0"/>
          </a:p>
          <a:p>
            <a:r>
              <a:rPr lang="en-US" sz="1000" b="1" dirty="0"/>
              <a:t>Role: Sits within the Agent's framework (e.g., </a:t>
            </a:r>
            <a:r>
              <a:rPr lang="en-US" sz="1000" b="1" dirty="0" err="1"/>
              <a:t>LangChain</a:t>
            </a:r>
            <a:r>
              <a:rPr lang="en-US" sz="1000" b="1" dirty="0"/>
              <a:t>, </a:t>
            </a:r>
            <a:r>
              <a:rPr lang="en-US" sz="1000" b="1" dirty="0" err="1"/>
              <a:t>PraisonAI</a:t>
            </a:r>
            <a:r>
              <a:rPr lang="en-US" sz="1000" b="1" dirty="0"/>
              <a:t>) and is the component the LLM directly addresses.</a:t>
            </a:r>
          </a:p>
          <a:p>
            <a:endParaRPr lang="en-US" sz="1000" b="1" dirty="0"/>
          </a:p>
          <a:p>
            <a:r>
              <a:rPr lang="en-US" sz="1000" b="1" dirty="0"/>
              <a:t>Functionality: Translates the Agent's internal intent (structured JSON) into an MCP message and sends it across the network/local pipe.</a:t>
            </a:r>
          </a:p>
          <a:p>
            <a:endParaRPr lang="en-US" sz="1000" b="1" dirty="0"/>
          </a:p>
          <a:p>
            <a:r>
              <a:rPr lang="en-US" sz="1000" b="1" dirty="0"/>
              <a:t>Transport Layer: The standardized protocol (MCP) is carried over various transports:</a:t>
            </a:r>
          </a:p>
          <a:p>
            <a:endParaRPr lang="en-US" sz="1000" b="1" dirty="0"/>
          </a:p>
          <a:p>
            <a:r>
              <a:rPr lang="en-US" sz="1000" b="1" dirty="0"/>
              <a:t>Standard I/O (</a:t>
            </a:r>
            <a:r>
              <a:rPr lang="en-US" sz="1000" b="1" dirty="0" err="1"/>
              <a:t>stdio</a:t>
            </a:r>
            <a:r>
              <a:rPr lang="en-US" sz="1000" b="1" dirty="0"/>
              <a:t>): Used for fast, local communication where the client launches the server as a subprocess.</a:t>
            </a:r>
          </a:p>
          <a:p>
            <a:endParaRPr lang="en-US" sz="1000" b="1" dirty="0"/>
          </a:p>
          <a:p>
            <a:r>
              <a:rPr lang="en-US" sz="1000" b="1" dirty="0" err="1"/>
              <a:t>WebSockets</a:t>
            </a:r>
            <a:r>
              <a:rPr lang="en-US" sz="1000" b="1" dirty="0"/>
              <a:t>/TCP: Used for communication across networks.</a:t>
            </a:r>
            <a:endParaRPr sz="10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27100" y="1017587"/>
            <a:ext cx="7950200" cy="1436687"/>
          </a:xfrm>
        </p:spPr>
        <p:txBody>
          <a:bodyPr/>
          <a:lstStyle/>
          <a:p>
            <a:r>
              <a:rPr lang="en-US" dirty="0"/>
              <a:t>MCP's Impact on Agentic AI </a:t>
            </a:r>
            <a:endParaRPr dirty="0"/>
          </a:p>
        </p:txBody>
      </p:sp>
      <p:sp>
        <p:nvSpPr>
          <p:cNvPr id="3" name="Content Placeholder 2"/>
          <p:cNvSpPr>
            <a:spLocks noGrp="1"/>
          </p:cNvSpPr>
          <p:nvPr>
            <p:ph idx="4294967295"/>
          </p:nvPr>
        </p:nvSpPr>
        <p:spPr>
          <a:xfrm>
            <a:off x="1079500" y="2559050"/>
            <a:ext cx="8636000" cy="3795713"/>
          </a:xfrm>
        </p:spPr>
        <p:txBody>
          <a:bodyPr>
            <a:normAutofit fontScale="62500" lnSpcReduction="20000"/>
          </a:bodyPr>
          <a:lstStyle/>
          <a:p>
            <a:r>
              <a:rPr lang="en-US" dirty="0"/>
              <a:t>True Modularity: Agents are decoupled from their environment. You can swap out a slow Python calculator tool for a fast Rust calculator tool (both MCP-compliant) without changing the Agent's core code.</a:t>
            </a:r>
          </a:p>
          <a:p>
            <a:endParaRPr lang="en-US" dirty="0"/>
          </a:p>
          <a:p>
            <a:r>
              <a:rPr lang="en-US" dirty="0"/>
              <a:t>Multi-Lingual Tooling: A Python Agent can seamlessly use tools implemented in any language (Go, Node.js, etc.), promoting code reuse and leveraging specialized libraries.</a:t>
            </a:r>
          </a:p>
          <a:p>
            <a:endParaRPr lang="en-US" dirty="0"/>
          </a:p>
          <a:p>
            <a:r>
              <a:rPr lang="en-US" dirty="0"/>
              <a:t>Scalability and Resilience: By isolating the tools in separate servers, failures in one tool don't crash the entire Agent application. Tool execution can also be distributed.</a:t>
            </a:r>
          </a:p>
          <a:p>
            <a:endParaRPr lang="en-US" dirty="0"/>
          </a:p>
          <a:p>
            <a:r>
              <a:rPr lang="en-US" dirty="0"/>
              <a:t>Security &amp; Sandboxing: The MCP server acts as a security barrier. The Agent (potentially vulnerable to prompt injection) never directly accesses the file system or sensitive APIs. It communicates only with the trusted MCP wrapper.</a:t>
            </a:r>
            <a:endParaRPr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628</TotalTime>
  <Words>628</Words>
  <Application>Microsoft Office PowerPoint</Application>
  <PresentationFormat>Custom</PresentationFormat>
  <Paragraphs>56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Garamond</vt:lpstr>
      <vt:lpstr>Organic</vt:lpstr>
      <vt:lpstr>PowerPoint Presentation</vt:lpstr>
      <vt:lpstr>PowerPoint Presentation</vt:lpstr>
      <vt:lpstr>The Problem MCP Solves 🧩</vt:lpstr>
      <vt:lpstr>The Problem MCP Solves 🧩</vt:lpstr>
      <vt:lpstr>Introducing the Model Context Protocol (MCP)</vt:lpstr>
      <vt:lpstr>MCP Architecture: Client &amp; Server </vt:lpstr>
      <vt:lpstr>MCP's Impact on Agentic AI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VISHWA</dc:creator>
  <cp:lastModifiedBy>vishwa rudra</cp:lastModifiedBy>
  <cp:revision>147</cp:revision>
  <dcterms:created xsi:type="dcterms:W3CDTF">2025-10-04T15:17:48Z</dcterms:created>
  <dcterms:modified xsi:type="dcterms:W3CDTF">2025-12-05T13:35:12Z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2025-10-04T00:00:00Z</vt:filetime>
  </property>
  <property fmtid="{D5CDD505-2E9C-101B-9397-08002B2CF9AE}" pid="3" name="LastSaved">
    <vt:filetime>2025-10-04T00:00:00Z</vt:filetime>
  </property>
  <property fmtid="{D5CDD505-2E9C-101B-9397-08002B2CF9AE}" pid="4" name="Producer">
    <vt:lpwstr>3-Heights(TM) PDF Security Shell 4.8.25.2 (http://www.pdf-tools.com)</vt:lpwstr>
  </property>
</Properties>
</file>